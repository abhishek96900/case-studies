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8" d="100"/>
          <a:sy n="58" d="100"/>
        </p:scale>
        <p:origin x="98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3E480-081D-237C-3F29-C45D45E17C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F48A3DB-9ABC-FEA1-86EC-14BEBB238D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CC1BB81-2710-8AAE-750E-5FF0F0A6F383}"/>
              </a:ext>
            </a:extLst>
          </p:cNvPr>
          <p:cNvSpPr>
            <a:spLocks noGrp="1"/>
          </p:cNvSpPr>
          <p:nvPr>
            <p:ph type="dt" sz="half" idx="10"/>
          </p:nvPr>
        </p:nvSpPr>
        <p:spPr/>
        <p:txBody>
          <a:bodyPr/>
          <a:lstStyle/>
          <a:p>
            <a:fld id="{E934D379-C7C5-403F-8086-204A8833B970}" type="datetimeFigureOut">
              <a:rPr lang="en-IN" smtClean="0"/>
              <a:t>26-02-2026</a:t>
            </a:fld>
            <a:endParaRPr lang="en-IN"/>
          </a:p>
        </p:txBody>
      </p:sp>
      <p:sp>
        <p:nvSpPr>
          <p:cNvPr id="5" name="Footer Placeholder 4">
            <a:extLst>
              <a:ext uri="{FF2B5EF4-FFF2-40B4-BE49-F238E27FC236}">
                <a16:creationId xmlns:a16="http://schemas.microsoft.com/office/drawing/2014/main" id="{9C98B12D-D1DA-2D53-6F10-B2AD6EEDFC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967927-785A-749B-3C09-1365722BFD18}"/>
              </a:ext>
            </a:extLst>
          </p:cNvPr>
          <p:cNvSpPr>
            <a:spLocks noGrp="1"/>
          </p:cNvSpPr>
          <p:nvPr>
            <p:ph type="sldNum" sz="quarter" idx="12"/>
          </p:nvPr>
        </p:nvSpPr>
        <p:spPr/>
        <p:txBody>
          <a:bodyPr/>
          <a:lstStyle/>
          <a:p>
            <a:fld id="{D5C19B53-5747-417D-86F2-CC816D323A35}" type="slidenum">
              <a:rPr lang="en-IN" smtClean="0"/>
              <a:t>‹#›</a:t>
            </a:fld>
            <a:endParaRPr lang="en-IN"/>
          </a:p>
        </p:txBody>
      </p:sp>
    </p:spTree>
    <p:extLst>
      <p:ext uri="{BB962C8B-B14F-4D97-AF65-F5344CB8AC3E}">
        <p14:creationId xmlns:p14="http://schemas.microsoft.com/office/powerpoint/2010/main" val="1397467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00ACF-12F3-365C-7014-842C296E8C9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1F58BA-71A3-7A3B-D53C-DD4F7B4D67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C26459-5FBC-FE89-CF38-18C7ED94962C}"/>
              </a:ext>
            </a:extLst>
          </p:cNvPr>
          <p:cNvSpPr>
            <a:spLocks noGrp="1"/>
          </p:cNvSpPr>
          <p:nvPr>
            <p:ph type="dt" sz="half" idx="10"/>
          </p:nvPr>
        </p:nvSpPr>
        <p:spPr/>
        <p:txBody>
          <a:bodyPr/>
          <a:lstStyle/>
          <a:p>
            <a:fld id="{E934D379-C7C5-403F-8086-204A8833B970}" type="datetimeFigureOut">
              <a:rPr lang="en-IN" smtClean="0"/>
              <a:t>26-02-2026</a:t>
            </a:fld>
            <a:endParaRPr lang="en-IN"/>
          </a:p>
        </p:txBody>
      </p:sp>
      <p:sp>
        <p:nvSpPr>
          <p:cNvPr id="5" name="Footer Placeholder 4">
            <a:extLst>
              <a:ext uri="{FF2B5EF4-FFF2-40B4-BE49-F238E27FC236}">
                <a16:creationId xmlns:a16="http://schemas.microsoft.com/office/drawing/2014/main" id="{538CD09A-6A00-D874-9292-18B518E050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D9E413-980A-2EDD-7978-CFD91D076B3E}"/>
              </a:ext>
            </a:extLst>
          </p:cNvPr>
          <p:cNvSpPr>
            <a:spLocks noGrp="1"/>
          </p:cNvSpPr>
          <p:nvPr>
            <p:ph type="sldNum" sz="quarter" idx="12"/>
          </p:nvPr>
        </p:nvSpPr>
        <p:spPr/>
        <p:txBody>
          <a:bodyPr/>
          <a:lstStyle/>
          <a:p>
            <a:fld id="{D5C19B53-5747-417D-86F2-CC816D323A35}" type="slidenum">
              <a:rPr lang="en-IN" smtClean="0"/>
              <a:t>‹#›</a:t>
            </a:fld>
            <a:endParaRPr lang="en-IN"/>
          </a:p>
        </p:txBody>
      </p:sp>
    </p:spTree>
    <p:extLst>
      <p:ext uri="{BB962C8B-B14F-4D97-AF65-F5344CB8AC3E}">
        <p14:creationId xmlns:p14="http://schemas.microsoft.com/office/powerpoint/2010/main" val="869879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5DB04-8427-238D-315D-CE25B58565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F07A401-2A07-EBC2-1A99-5F2DA2D785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EE3EF2-87FA-45DE-C08E-76B83784F65A}"/>
              </a:ext>
            </a:extLst>
          </p:cNvPr>
          <p:cNvSpPr>
            <a:spLocks noGrp="1"/>
          </p:cNvSpPr>
          <p:nvPr>
            <p:ph type="dt" sz="half" idx="10"/>
          </p:nvPr>
        </p:nvSpPr>
        <p:spPr/>
        <p:txBody>
          <a:bodyPr/>
          <a:lstStyle/>
          <a:p>
            <a:fld id="{E934D379-C7C5-403F-8086-204A8833B970}" type="datetimeFigureOut">
              <a:rPr lang="en-IN" smtClean="0"/>
              <a:t>26-02-2026</a:t>
            </a:fld>
            <a:endParaRPr lang="en-IN"/>
          </a:p>
        </p:txBody>
      </p:sp>
      <p:sp>
        <p:nvSpPr>
          <p:cNvPr id="5" name="Footer Placeholder 4">
            <a:extLst>
              <a:ext uri="{FF2B5EF4-FFF2-40B4-BE49-F238E27FC236}">
                <a16:creationId xmlns:a16="http://schemas.microsoft.com/office/drawing/2014/main" id="{AE5345EC-95DE-A490-5B65-26EE266349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A3FE1A-756C-A6CD-9DC0-B64F6E215DB9}"/>
              </a:ext>
            </a:extLst>
          </p:cNvPr>
          <p:cNvSpPr>
            <a:spLocks noGrp="1"/>
          </p:cNvSpPr>
          <p:nvPr>
            <p:ph type="sldNum" sz="quarter" idx="12"/>
          </p:nvPr>
        </p:nvSpPr>
        <p:spPr/>
        <p:txBody>
          <a:bodyPr/>
          <a:lstStyle/>
          <a:p>
            <a:fld id="{D5C19B53-5747-417D-86F2-CC816D323A35}" type="slidenum">
              <a:rPr lang="en-IN" smtClean="0"/>
              <a:t>‹#›</a:t>
            </a:fld>
            <a:endParaRPr lang="en-IN"/>
          </a:p>
        </p:txBody>
      </p:sp>
    </p:spTree>
    <p:extLst>
      <p:ext uri="{BB962C8B-B14F-4D97-AF65-F5344CB8AC3E}">
        <p14:creationId xmlns:p14="http://schemas.microsoft.com/office/powerpoint/2010/main" val="2228555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B44C1-0D31-4436-DA9C-377CEBADD69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AA4639E-9A8B-3EF5-C046-C78909E54F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DD6498D-81F8-B93F-3822-4BCB8C50A5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5EDF44A-98EE-A1AF-D4D3-93CA2E1DC7E6}"/>
              </a:ext>
            </a:extLst>
          </p:cNvPr>
          <p:cNvSpPr>
            <a:spLocks noGrp="1"/>
          </p:cNvSpPr>
          <p:nvPr>
            <p:ph type="dt" sz="half" idx="10"/>
          </p:nvPr>
        </p:nvSpPr>
        <p:spPr/>
        <p:txBody>
          <a:bodyPr/>
          <a:lstStyle/>
          <a:p>
            <a:fld id="{E934D379-C7C5-403F-8086-204A8833B970}" type="datetimeFigureOut">
              <a:rPr lang="en-IN" smtClean="0"/>
              <a:t>26-02-2026</a:t>
            </a:fld>
            <a:endParaRPr lang="en-IN"/>
          </a:p>
        </p:txBody>
      </p:sp>
      <p:sp>
        <p:nvSpPr>
          <p:cNvPr id="6" name="Footer Placeholder 5">
            <a:extLst>
              <a:ext uri="{FF2B5EF4-FFF2-40B4-BE49-F238E27FC236}">
                <a16:creationId xmlns:a16="http://schemas.microsoft.com/office/drawing/2014/main" id="{ABE7CCC7-24E9-542C-1E24-D2704A84FB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70511F-DB6D-75F9-AA8B-7445D02B61FB}"/>
              </a:ext>
            </a:extLst>
          </p:cNvPr>
          <p:cNvSpPr>
            <a:spLocks noGrp="1"/>
          </p:cNvSpPr>
          <p:nvPr>
            <p:ph type="sldNum" sz="quarter" idx="12"/>
          </p:nvPr>
        </p:nvSpPr>
        <p:spPr/>
        <p:txBody>
          <a:bodyPr/>
          <a:lstStyle/>
          <a:p>
            <a:fld id="{D5C19B53-5747-417D-86F2-CC816D323A35}" type="slidenum">
              <a:rPr lang="en-IN" smtClean="0"/>
              <a:t>‹#›</a:t>
            </a:fld>
            <a:endParaRPr lang="en-IN"/>
          </a:p>
        </p:txBody>
      </p:sp>
    </p:spTree>
    <p:extLst>
      <p:ext uri="{BB962C8B-B14F-4D97-AF65-F5344CB8AC3E}">
        <p14:creationId xmlns:p14="http://schemas.microsoft.com/office/powerpoint/2010/main" val="2569187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4EDE3-2368-A687-F90E-9AA4E5E5829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9B2FFB7-E1EF-1CB9-1D0F-3A5AA0A982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94D943-529D-4C5F-5679-3DEDD1D262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F56F3CA-DE1D-7B94-ADC7-E8022466FA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578499-E56E-648F-2516-F96CECEB5D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07D8904-123E-BB2D-CD79-7C257A1FBF08}"/>
              </a:ext>
            </a:extLst>
          </p:cNvPr>
          <p:cNvSpPr>
            <a:spLocks noGrp="1"/>
          </p:cNvSpPr>
          <p:nvPr>
            <p:ph type="dt" sz="half" idx="10"/>
          </p:nvPr>
        </p:nvSpPr>
        <p:spPr/>
        <p:txBody>
          <a:bodyPr/>
          <a:lstStyle/>
          <a:p>
            <a:fld id="{E934D379-C7C5-403F-8086-204A8833B970}" type="datetimeFigureOut">
              <a:rPr lang="en-IN" smtClean="0"/>
              <a:t>26-02-2026</a:t>
            </a:fld>
            <a:endParaRPr lang="en-IN"/>
          </a:p>
        </p:txBody>
      </p:sp>
      <p:sp>
        <p:nvSpPr>
          <p:cNvPr id="8" name="Footer Placeholder 7">
            <a:extLst>
              <a:ext uri="{FF2B5EF4-FFF2-40B4-BE49-F238E27FC236}">
                <a16:creationId xmlns:a16="http://schemas.microsoft.com/office/drawing/2014/main" id="{94E6CB65-354A-BC67-CFCE-229C6074C59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F8639B4-547E-DF14-9089-3F31F804C02B}"/>
              </a:ext>
            </a:extLst>
          </p:cNvPr>
          <p:cNvSpPr>
            <a:spLocks noGrp="1"/>
          </p:cNvSpPr>
          <p:nvPr>
            <p:ph type="sldNum" sz="quarter" idx="12"/>
          </p:nvPr>
        </p:nvSpPr>
        <p:spPr/>
        <p:txBody>
          <a:bodyPr/>
          <a:lstStyle/>
          <a:p>
            <a:fld id="{D5C19B53-5747-417D-86F2-CC816D323A35}" type="slidenum">
              <a:rPr lang="en-IN" smtClean="0"/>
              <a:t>‹#›</a:t>
            </a:fld>
            <a:endParaRPr lang="en-IN"/>
          </a:p>
        </p:txBody>
      </p:sp>
    </p:spTree>
    <p:extLst>
      <p:ext uri="{BB962C8B-B14F-4D97-AF65-F5344CB8AC3E}">
        <p14:creationId xmlns:p14="http://schemas.microsoft.com/office/powerpoint/2010/main" val="2816763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A7234-F21E-BAD9-5E81-56F4C3A401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31F8D6D-ABB4-8B62-8C45-42CDD49EF0A0}"/>
              </a:ext>
            </a:extLst>
          </p:cNvPr>
          <p:cNvSpPr>
            <a:spLocks noGrp="1"/>
          </p:cNvSpPr>
          <p:nvPr>
            <p:ph type="dt" sz="half" idx="10"/>
          </p:nvPr>
        </p:nvSpPr>
        <p:spPr/>
        <p:txBody>
          <a:bodyPr/>
          <a:lstStyle/>
          <a:p>
            <a:fld id="{E934D379-C7C5-403F-8086-204A8833B970}" type="datetimeFigureOut">
              <a:rPr lang="en-IN" smtClean="0"/>
              <a:t>26-02-2026</a:t>
            </a:fld>
            <a:endParaRPr lang="en-IN"/>
          </a:p>
        </p:txBody>
      </p:sp>
      <p:sp>
        <p:nvSpPr>
          <p:cNvPr id="4" name="Footer Placeholder 3">
            <a:extLst>
              <a:ext uri="{FF2B5EF4-FFF2-40B4-BE49-F238E27FC236}">
                <a16:creationId xmlns:a16="http://schemas.microsoft.com/office/drawing/2014/main" id="{CA565813-F88A-53EB-6B4B-410424B3734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F32CAD0-9062-F9C6-B468-C9615AA1BA70}"/>
              </a:ext>
            </a:extLst>
          </p:cNvPr>
          <p:cNvSpPr>
            <a:spLocks noGrp="1"/>
          </p:cNvSpPr>
          <p:nvPr>
            <p:ph type="sldNum" sz="quarter" idx="12"/>
          </p:nvPr>
        </p:nvSpPr>
        <p:spPr/>
        <p:txBody>
          <a:bodyPr/>
          <a:lstStyle/>
          <a:p>
            <a:fld id="{D5C19B53-5747-417D-86F2-CC816D323A35}" type="slidenum">
              <a:rPr lang="en-IN" smtClean="0"/>
              <a:t>‹#›</a:t>
            </a:fld>
            <a:endParaRPr lang="en-IN"/>
          </a:p>
        </p:txBody>
      </p:sp>
    </p:spTree>
    <p:extLst>
      <p:ext uri="{BB962C8B-B14F-4D97-AF65-F5344CB8AC3E}">
        <p14:creationId xmlns:p14="http://schemas.microsoft.com/office/powerpoint/2010/main" val="721401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8E8784-2A22-D4F0-5599-EF4AAC76BF1F}"/>
              </a:ext>
            </a:extLst>
          </p:cNvPr>
          <p:cNvSpPr>
            <a:spLocks noGrp="1"/>
          </p:cNvSpPr>
          <p:nvPr>
            <p:ph type="dt" sz="half" idx="10"/>
          </p:nvPr>
        </p:nvSpPr>
        <p:spPr/>
        <p:txBody>
          <a:bodyPr/>
          <a:lstStyle/>
          <a:p>
            <a:fld id="{E934D379-C7C5-403F-8086-204A8833B970}" type="datetimeFigureOut">
              <a:rPr lang="en-IN" smtClean="0"/>
              <a:t>26-02-2026</a:t>
            </a:fld>
            <a:endParaRPr lang="en-IN"/>
          </a:p>
        </p:txBody>
      </p:sp>
      <p:sp>
        <p:nvSpPr>
          <p:cNvPr id="3" name="Footer Placeholder 2">
            <a:extLst>
              <a:ext uri="{FF2B5EF4-FFF2-40B4-BE49-F238E27FC236}">
                <a16:creationId xmlns:a16="http://schemas.microsoft.com/office/drawing/2014/main" id="{84399630-3EFF-1B2F-FCBB-4A9F398972E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93CBC23-C41A-1DC3-558D-7CF4201A2B89}"/>
              </a:ext>
            </a:extLst>
          </p:cNvPr>
          <p:cNvSpPr>
            <a:spLocks noGrp="1"/>
          </p:cNvSpPr>
          <p:nvPr>
            <p:ph type="sldNum" sz="quarter" idx="12"/>
          </p:nvPr>
        </p:nvSpPr>
        <p:spPr/>
        <p:txBody>
          <a:bodyPr/>
          <a:lstStyle/>
          <a:p>
            <a:fld id="{D5C19B53-5747-417D-86F2-CC816D323A35}" type="slidenum">
              <a:rPr lang="en-IN" smtClean="0"/>
              <a:t>‹#›</a:t>
            </a:fld>
            <a:endParaRPr lang="en-IN"/>
          </a:p>
        </p:txBody>
      </p:sp>
    </p:spTree>
    <p:extLst>
      <p:ext uri="{BB962C8B-B14F-4D97-AF65-F5344CB8AC3E}">
        <p14:creationId xmlns:p14="http://schemas.microsoft.com/office/powerpoint/2010/main" val="3740874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3A321-4CC9-1304-3B73-47F1E49FBB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7DDF047-8982-7F40-63B8-1FDD1B4765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E8362AF-1FF8-4438-E1F7-99D5B62B96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5ECCE5-BD2D-D8F9-0DCE-AD3C5E198327}"/>
              </a:ext>
            </a:extLst>
          </p:cNvPr>
          <p:cNvSpPr>
            <a:spLocks noGrp="1"/>
          </p:cNvSpPr>
          <p:nvPr>
            <p:ph type="dt" sz="half" idx="10"/>
          </p:nvPr>
        </p:nvSpPr>
        <p:spPr/>
        <p:txBody>
          <a:bodyPr/>
          <a:lstStyle/>
          <a:p>
            <a:fld id="{E934D379-C7C5-403F-8086-204A8833B970}" type="datetimeFigureOut">
              <a:rPr lang="en-IN" smtClean="0"/>
              <a:t>26-02-2026</a:t>
            </a:fld>
            <a:endParaRPr lang="en-IN"/>
          </a:p>
        </p:txBody>
      </p:sp>
      <p:sp>
        <p:nvSpPr>
          <p:cNvPr id="6" name="Footer Placeholder 5">
            <a:extLst>
              <a:ext uri="{FF2B5EF4-FFF2-40B4-BE49-F238E27FC236}">
                <a16:creationId xmlns:a16="http://schemas.microsoft.com/office/drawing/2014/main" id="{15A30DE6-2162-2DF8-1D38-A8F60C9577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5A0E32-0804-74C6-7530-3CB8D5493A4D}"/>
              </a:ext>
            </a:extLst>
          </p:cNvPr>
          <p:cNvSpPr>
            <a:spLocks noGrp="1"/>
          </p:cNvSpPr>
          <p:nvPr>
            <p:ph type="sldNum" sz="quarter" idx="12"/>
          </p:nvPr>
        </p:nvSpPr>
        <p:spPr/>
        <p:txBody>
          <a:bodyPr/>
          <a:lstStyle/>
          <a:p>
            <a:fld id="{D5C19B53-5747-417D-86F2-CC816D323A35}" type="slidenum">
              <a:rPr lang="en-IN" smtClean="0"/>
              <a:t>‹#›</a:t>
            </a:fld>
            <a:endParaRPr lang="en-IN"/>
          </a:p>
        </p:txBody>
      </p:sp>
    </p:spTree>
    <p:extLst>
      <p:ext uri="{BB962C8B-B14F-4D97-AF65-F5344CB8AC3E}">
        <p14:creationId xmlns:p14="http://schemas.microsoft.com/office/powerpoint/2010/main" val="48478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1B735-59FD-0406-5B3E-B28B811A7D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A1B241E-5218-4BBE-86FF-39D139806F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8195032-CE38-F556-9A58-87C64C0DF7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64BD89-5767-530B-A5F9-BFF3FBF401E4}"/>
              </a:ext>
            </a:extLst>
          </p:cNvPr>
          <p:cNvSpPr>
            <a:spLocks noGrp="1"/>
          </p:cNvSpPr>
          <p:nvPr>
            <p:ph type="dt" sz="half" idx="10"/>
          </p:nvPr>
        </p:nvSpPr>
        <p:spPr/>
        <p:txBody>
          <a:bodyPr/>
          <a:lstStyle/>
          <a:p>
            <a:fld id="{E934D379-C7C5-403F-8086-204A8833B970}" type="datetimeFigureOut">
              <a:rPr lang="en-IN" smtClean="0"/>
              <a:t>26-02-2026</a:t>
            </a:fld>
            <a:endParaRPr lang="en-IN"/>
          </a:p>
        </p:txBody>
      </p:sp>
      <p:sp>
        <p:nvSpPr>
          <p:cNvPr id="6" name="Footer Placeholder 5">
            <a:extLst>
              <a:ext uri="{FF2B5EF4-FFF2-40B4-BE49-F238E27FC236}">
                <a16:creationId xmlns:a16="http://schemas.microsoft.com/office/drawing/2014/main" id="{DC264048-B700-7DD0-ADF8-E811AA04D3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7E08D8-2642-D974-C327-873E5769B745}"/>
              </a:ext>
            </a:extLst>
          </p:cNvPr>
          <p:cNvSpPr>
            <a:spLocks noGrp="1"/>
          </p:cNvSpPr>
          <p:nvPr>
            <p:ph type="sldNum" sz="quarter" idx="12"/>
          </p:nvPr>
        </p:nvSpPr>
        <p:spPr/>
        <p:txBody>
          <a:bodyPr/>
          <a:lstStyle/>
          <a:p>
            <a:fld id="{D5C19B53-5747-417D-86F2-CC816D323A35}" type="slidenum">
              <a:rPr lang="en-IN" smtClean="0"/>
              <a:t>‹#›</a:t>
            </a:fld>
            <a:endParaRPr lang="en-IN"/>
          </a:p>
        </p:txBody>
      </p:sp>
    </p:spTree>
    <p:extLst>
      <p:ext uri="{BB962C8B-B14F-4D97-AF65-F5344CB8AC3E}">
        <p14:creationId xmlns:p14="http://schemas.microsoft.com/office/powerpoint/2010/main" val="2313083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62449-95A4-FB88-ABA3-9CD368CF4E0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8AE07A8-FDD7-B63C-1CFC-809175DE2E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E0D2A5-B268-7641-6748-44B238CE2FE3}"/>
              </a:ext>
            </a:extLst>
          </p:cNvPr>
          <p:cNvSpPr>
            <a:spLocks noGrp="1"/>
          </p:cNvSpPr>
          <p:nvPr>
            <p:ph type="dt" sz="half" idx="10"/>
          </p:nvPr>
        </p:nvSpPr>
        <p:spPr/>
        <p:txBody>
          <a:bodyPr/>
          <a:lstStyle/>
          <a:p>
            <a:fld id="{E934D379-C7C5-403F-8086-204A8833B970}" type="datetimeFigureOut">
              <a:rPr lang="en-IN" smtClean="0"/>
              <a:t>26-02-2026</a:t>
            </a:fld>
            <a:endParaRPr lang="en-IN"/>
          </a:p>
        </p:txBody>
      </p:sp>
      <p:sp>
        <p:nvSpPr>
          <p:cNvPr id="5" name="Footer Placeholder 4">
            <a:extLst>
              <a:ext uri="{FF2B5EF4-FFF2-40B4-BE49-F238E27FC236}">
                <a16:creationId xmlns:a16="http://schemas.microsoft.com/office/drawing/2014/main" id="{767BB05B-7366-2C1F-04AB-761F68F51E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EA3F45-036B-2B3B-B973-84A7E3446F6B}"/>
              </a:ext>
            </a:extLst>
          </p:cNvPr>
          <p:cNvSpPr>
            <a:spLocks noGrp="1"/>
          </p:cNvSpPr>
          <p:nvPr>
            <p:ph type="sldNum" sz="quarter" idx="12"/>
          </p:nvPr>
        </p:nvSpPr>
        <p:spPr/>
        <p:txBody>
          <a:bodyPr/>
          <a:lstStyle/>
          <a:p>
            <a:fld id="{D5C19B53-5747-417D-86F2-CC816D323A35}" type="slidenum">
              <a:rPr lang="en-IN" smtClean="0"/>
              <a:t>‹#›</a:t>
            </a:fld>
            <a:endParaRPr lang="en-IN"/>
          </a:p>
        </p:txBody>
      </p:sp>
    </p:spTree>
    <p:extLst>
      <p:ext uri="{BB962C8B-B14F-4D97-AF65-F5344CB8AC3E}">
        <p14:creationId xmlns:p14="http://schemas.microsoft.com/office/powerpoint/2010/main" val="1592176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BED6F0-33B1-7611-B3EC-F2ABFDE76AF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87344D6-09B5-5BF5-DB84-EAF8A40998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003DE1-F0BE-C8EB-E13C-DDBFA22A1BC8}"/>
              </a:ext>
            </a:extLst>
          </p:cNvPr>
          <p:cNvSpPr>
            <a:spLocks noGrp="1"/>
          </p:cNvSpPr>
          <p:nvPr>
            <p:ph type="dt" sz="half" idx="10"/>
          </p:nvPr>
        </p:nvSpPr>
        <p:spPr/>
        <p:txBody>
          <a:bodyPr/>
          <a:lstStyle/>
          <a:p>
            <a:fld id="{E934D379-C7C5-403F-8086-204A8833B970}" type="datetimeFigureOut">
              <a:rPr lang="en-IN" smtClean="0"/>
              <a:t>26-02-2026</a:t>
            </a:fld>
            <a:endParaRPr lang="en-IN"/>
          </a:p>
        </p:txBody>
      </p:sp>
      <p:sp>
        <p:nvSpPr>
          <p:cNvPr id="5" name="Footer Placeholder 4">
            <a:extLst>
              <a:ext uri="{FF2B5EF4-FFF2-40B4-BE49-F238E27FC236}">
                <a16:creationId xmlns:a16="http://schemas.microsoft.com/office/drawing/2014/main" id="{ACF3C173-210C-E38F-D9A2-0F3508B09A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B1AC63-43A6-2ADD-A497-28BE78D9F3BE}"/>
              </a:ext>
            </a:extLst>
          </p:cNvPr>
          <p:cNvSpPr>
            <a:spLocks noGrp="1"/>
          </p:cNvSpPr>
          <p:nvPr>
            <p:ph type="sldNum" sz="quarter" idx="12"/>
          </p:nvPr>
        </p:nvSpPr>
        <p:spPr/>
        <p:txBody>
          <a:bodyPr/>
          <a:lstStyle/>
          <a:p>
            <a:fld id="{D5C19B53-5747-417D-86F2-CC816D323A35}" type="slidenum">
              <a:rPr lang="en-IN" smtClean="0"/>
              <a:t>‹#›</a:t>
            </a:fld>
            <a:endParaRPr lang="en-IN"/>
          </a:p>
        </p:txBody>
      </p:sp>
    </p:spTree>
    <p:extLst>
      <p:ext uri="{BB962C8B-B14F-4D97-AF65-F5344CB8AC3E}">
        <p14:creationId xmlns:p14="http://schemas.microsoft.com/office/powerpoint/2010/main" val="2181295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05F0DD-444A-5AA2-2B6C-E6F73A1861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957FC61-771F-5FC4-90C4-3AFECDEE80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6B3B67-81E5-47CE-5CE9-2C4A57DAAD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34D379-C7C5-403F-8086-204A8833B970}" type="datetimeFigureOut">
              <a:rPr lang="en-IN" smtClean="0"/>
              <a:t>26-02-2026</a:t>
            </a:fld>
            <a:endParaRPr lang="en-IN"/>
          </a:p>
        </p:txBody>
      </p:sp>
      <p:sp>
        <p:nvSpPr>
          <p:cNvPr id="5" name="Footer Placeholder 4">
            <a:extLst>
              <a:ext uri="{FF2B5EF4-FFF2-40B4-BE49-F238E27FC236}">
                <a16:creationId xmlns:a16="http://schemas.microsoft.com/office/drawing/2014/main" id="{55026585-9345-F989-8248-66173533B3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A63B072-36B2-2B6A-46CF-7264529C7B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C19B53-5747-417D-86F2-CC816D323A35}" type="slidenum">
              <a:rPr lang="en-IN" smtClean="0"/>
              <a:t>‹#›</a:t>
            </a:fld>
            <a:endParaRPr lang="en-IN"/>
          </a:p>
        </p:txBody>
      </p:sp>
    </p:spTree>
    <p:extLst>
      <p:ext uri="{BB962C8B-B14F-4D97-AF65-F5344CB8AC3E}">
        <p14:creationId xmlns:p14="http://schemas.microsoft.com/office/powerpoint/2010/main" val="10035416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491E274-E2A3-74B1-5251-00E555BF9195}"/>
              </a:ext>
            </a:extLst>
          </p:cNvPr>
          <p:cNvSpPr txBox="1"/>
          <p:nvPr/>
        </p:nvSpPr>
        <p:spPr>
          <a:xfrm>
            <a:off x="1339065" y="293284"/>
            <a:ext cx="9328935" cy="923330"/>
          </a:xfrm>
          <a:prstGeom prst="rect">
            <a:avLst/>
          </a:prstGeom>
          <a:noFill/>
        </p:spPr>
        <p:txBody>
          <a:bodyPr wrap="square">
            <a:spAutoFit/>
          </a:bodyPr>
          <a:lstStyle/>
          <a:p>
            <a:r>
              <a:rPr lang="en-IN" sz="5400" b="1" u="sng" kern="1200" dirty="0">
                <a:solidFill>
                  <a:srgbClr val="002060"/>
                </a:solidFill>
                <a:effectLst/>
                <a:latin typeface="Calibri Light" panose="020F0302020204030204" pitchFamily="34" charset="0"/>
                <a:ea typeface="+mj-ea"/>
                <a:cs typeface="+mj-cs"/>
              </a:rPr>
              <a:t>Ad campaigns Analyst at </a:t>
            </a:r>
            <a:r>
              <a:rPr lang="en-IN" sz="5400" b="1" u="sng" kern="1200" dirty="0" err="1">
                <a:solidFill>
                  <a:srgbClr val="002060"/>
                </a:solidFill>
                <a:effectLst/>
                <a:latin typeface="Calibri Light" panose="020F0302020204030204" pitchFamily="34" charset="0"/>
                <a:ea typeface="+mj-ea"/>
                <a:cs typeface="+mj-cs"/>
              </a:rPr>
              <a:t>GlowUp</a:t>
            </a:r>
            <a:endParaRPr lang="en-IN" sz="5400" b="1" u="sng" dirty="0">
              <a:solidFill>
                <a:srgbClr val="002060"/>
              </a:solidFill>
            </a:endParaRPr>
          </a:p>
        </p:txBody>
      </p:sp>
      <p:pic>
        <p:nvPicPr>
          <p:cNvPr id="9" name="Picture 8">
            <a:extLst>
              <a:ext uri="{FF2B5EF4-FFF2-40B4-BE49-F238E27FC236}">
                <a16:creationId xmlns:a16="http://schemas.microsoft.com/office/drawing/2014/main" id="{1174554C-0CD9-0017-5BB5-D9312D0A089A}"/>
              </a:ext>
            </a:extLst>
          </p:cNvPr>
          <p:cNvPicPr>
            <a:picLocks noChangeAspect="1"/>
          </p:cNvPicPr>
          <p:nvPr/>
        </p:nvPicPr>
        <p:blipFill>
          <a:blip r:embed="rId2"/>
          <a:stretch>
            <a:fillRect/>
          </a:stretch>
        </p:blipFill>
        <p:spPr>
          <a:xfrm>
            <a:off x="2073666" y="1510302"/>
            <a:ext cx="7633699" cy="2032038"/>
          </a:xfrm>
          <a:prstGeom prst="rect">
            <a:avLst/>
          </a:prstGeom>
        </p:spPr>
      </p:pic>
      <p:pic>
        <p:nvPicPr>
          <p:cNvPr id="13" name="Picture 12">
            <a:extLst>
              <a:ext uri="{FF2B5EF4-FFF2-40B4-BE49-F238E27FC236}">
                <a16:creationId xmlns:a16="http://schemas.microsoft.com/office/drawing/2014/main" id="{F986D20D-8765-4FF7-0369-147CC3BB3B4D}"/>
              </a:ext>
            </a:extLst>
          </p:cNvPr>
          <p:cNvPicPr>
            <a:picLocks noChangeAspect="1"/>
          </p:cNvPicPr>
          <p:nvPr/>
        </p:nvPicPr>
        <p:blipFill>
          <a:blip r:embed="rId3"/>
          <a:stretch>
            <a:fillRect/>
          </a:stretch>
        </p:blipFill>
        <p:spPr>
          <a:xfrm>
            <a:off x="3698697" y="4054376"/>
            <a:ext cx="4119937" cy="2032037"/>
          </a:xfrm>
          <a:prstGeom prst="rect">
            <a:avLst/>
          </a:prstGeom>
        </p:spPr>
      </p:pic>
    </p:spTree>
    <p:extLst>
      <p:ext uri="{BB962C8B-B14F-4D97-AF65-F5344CB8AC3E}">
        <p14:creationId xmlns:p14="http://schemas.microsoft.com/office/powerpoint/2010/main" val="3747521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002099A-8C1D-BA30-EAD9-59B7C73B89F1}"/>
              </a:ext>
            </a:extLst>
          </p:cNvPr>
          <p:cNvPicPr>
            <a:picLocks noGrp="1" noChangeAspect="1"/>
          </p:cNvPicPr>
          <p:nvPr>
            <p:ph idx="1"/>
          </p:nvPr>
        </p:nvPicPr>
        <p:blipFill>
          <a:blip r:embed="rId2"/>
          <a:stretch>
            <a:fillRect/>
          </a:stretch>
        </p:blipFill>
        <p:spPr>
          <a:xfrm>
            <a:off x="5051047" y="1201280"/>
            <a:ext cx="3610479" cy="2086266"/>
          </a:xfrm>
          <a:prstGeom prst="rect">
            <a:avLst/>
          </a:prstGeom>
        </p:spPr>
      </p:pic>
      <p:sp>
        <p:nvSpPr>
          <p:cNvPr id="7" name="TextBox 6">
            <a:extLst>
              <a:ext uri="{FF2B5EF4-FFF2-40B4-BE49-F238E27FC236}">
                <a16:creationId xmlns:a16="http://schemas.microsoft.com/office/drawing/2014/main" id="{99ACE8DA-ACA2-27BE-13EF-89A8715E5DC8}"/>
              </a:ext>
            </a:extLst>
          </p:cNvPr>
          <p:cNvSpPr txBox="1"/>
          <p:nvPr/>
        </p:nvSpPr>
        <p:spPr>
          <a:xfrm>
            <a:off x="1559103" y="1782748"/>
            <a:ext cx="6097712" cy="461665"/>
          </a:xfrm>
          <a:prstGeom prst="rect">
            <a:avLst/>
          </a:prstGeom>
          <a:noFill/>
        </p:spPr>
        <p:txBody>
          <a:bodyPr wrap="square">
            <a:spAutoFit/>
          </a:bodyPr>
          <a:lstStyle/>
          <a:p>
            <a:pPr marL="342900" indent="-342900">
              <a:buFont typeface="Arial" panose="020B0604020202020204" pitchFamily="34" charset="0"/>
              <a:buChar char="•"/>
            </a:pPr>
            <a:r>
              <a:rPr lang="en-IN" sz="2400" dirty="0">
                <a:solidFill>
                  <a:srgbClr val="000000"/>
                </a:solidFill>
                <a:effectLst/>
                <a:latin typeface="Agency FB" panose="020B0503020202020204" pitchFamily="34" charset="0"/>
              </a:rPr>
              <a:t>Leads Generated</a:t>
            </a:r>
            <a:endParaRPr lang="en-IN" sz="2400" dirty="0">
              <a:latin typeface="Agency FB" panose="020B0503020202020204" pitchFamily="34" charset="0"/>
            </a:endParaRPr>
          </a:p>
        </p:txBody>
      </p:sp>
      <p:sp>
        <p:nvSpPr>
          <p:cNvPr id="9" name="TextBox 8">
            <a:extLst>
              <a:ext uri="{FF2B5EF4-FFF2-40B4-BE49-F238E27FC236}">
                <a16:creationId xmlns:a16="http://schemas.microsoft.com/office/drawing/2014/main" id="{1966A393-93AB-EBBE-E215-0EF8874D1D2C}"/>
              </a:ext>
            </a:extLst>
          </p:cNvPr>
          <p:cNvSpPr txBox="1"/>
          <p:nvPr/>
        </p:nvSpPr>
        <p:spPr>
          <a:xfrm>
            <a:off x="1754312" y="4151923"/>
            <a:ext cx="6097712" cy="461665"/>
          </a:xfrm>
          <a:prstGeom prst="rect">
            <a:avLst/>
          </a:prstGeom>
          <a:noFill/>
        </p:spPr>
        <p:txBody>
          <a:bodyPr wrap="square">
            <a:spAutoFit/>
          </a:bodyPr>
          <a:lstStyle/>
          <a:p>
            <a:pPr marL="342900" indent="-342900">
              <a:buFont typeface="Arial" panose="020B0604020202020204" pitchFamily="34" charset="0"/>
              <a:buChar char="•"/>
            </a:pPr>
            <a:r>
              <a:rPr lang="en-IN" sz="2400" dirty="0">
                <a:solidFill>
                  <a:srgbClr val="000000"/>
                </a:solidFill>
                <a:effectLst/>
                <a:latin typeface="Agency FB" panose="020B0503020202020204" pitchFamily="34" charset="0"/>
              </a:rPr>
              <a:t>Conversions</a:t>
            </a:r>
            <a:endParaRPr lang="en-IN" sz="2400" dirty="0">
              <a:latin typeface="Agency FB" panose="020B0503020202020204" pitchFamily="34" charset="0"/>
            </a:endParaRPr>
          </a:p>
        </p:txBody>
      </p:sp>
      <p:pic>
        <p:nvPicPr>
          <p:cNvPr id="11" name="Picture 10">
            <a:extLst>
              <a:ext uri="{FF2B5EF4-FFF2-40B4-BE49-F238E27FC236}">
                <a16:creationId xmlns:a16="http://schemas.microsoft.com/office/drawing/2014/main" id="{31456AE8-10E9-2E38-0478-6FC087C97E98}"/>
              </a:ext>
            </a:extLst>
          </p:cNvPr>
          <p:cNvPicPr>
            <a:picLocks noChangeAspect="1"/>
          </p:cNvPicPr>
          <p:nvPr/>
        </p:nvPicPr>
        <p:blipFill>
          <a:blip r:embed="rId3"/>
          <a:stretch>
            <a:fillRect/>
          </a:stretch>
        </p:blipFill>
        <p:spPr>
          <a:xfrm>
            <a:off x="5112967" y="3429000"/>
            <a:ext cx="3486637" cy="2629267"/>
          </a:xfrm>
          <a:prstGeom prst="rect">
            <a:avLst/>
          </a:prstGeom>
        </p:spPr>
      </p:pic>
    </p:spTree>
    <p:extLst>
      <p:ext uri="{BB962C8B-B14F-4D97-AF65-F5344CB8AC3E}">
        <p14:creationId xmlns:p14="http://schemas.microsoft.com/office/powerpoint/2010/main" val="443389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EA38B-04DC-A86C-5A55-E09862EAF0E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B94F0B-0664-875F-5ED6-469A22099E08}"/>
              </a:ext>
            </a:extLst>
          </p:cNvPr>
          <p:cNvSpPr>
            <a:spLocks noGrp="1"/>
          </p:cNvSpPr>
          <p:nvPr>
            <p:ph idx="1"/>
          </p:nvPr>
        </p:nvSpPr>
        <p:spPr>
          <a:xfrm>
            <a:off x="704635" y="870129"/>
            <a:ext cx="3579688" cy="784011"/>
          </a:xfrm>
        </p:spPr>
        <p:txBody>
          <a:bodyPr>
            <a:normAutofit lnSpcReduction="10000"/>
          </a:bodyPr>
          <a:lstStyle/>
          <a:p>
            <a:r>
              <a:rPr lang="en-IN" b="1" dirty="0"/>
              <a:t>Revenue Generated and Spend</a:t>
            </a:r>
            <a:endParaRPr lang="en-IN" dirty="0"/>
          </a:p>
          <a:p>
            <a:endParaRPr lang="en-IN" dirty="0"/>
          </a:p>
        </p:txBody>
      </p:sp>
      <p:pic>
        <p:nvPicPr>
          <p:cNvPr id="4" name="Picture 3">
            <a:extLst>
              <a:ext uri="{FF2B5EF4-FFF2-40B4-BE49-F238E27FC236}">
                <a16:creationId xmlns:a16="http://schemas.microsoft.com/office/drawing/2014/main" id="{1B32E7A1-3FDE-0049-0069-C910A0CDDF6A}"/>
              </a:ext>
            </a:extLst>
          </p:cNvPr>
          <p:cNvPicPr>
            <a:picLocks noChangeAspect="1"/>
          </p:cNvPicPr>
          <p:nvPr/>
        </p:nvPicPr>
        <p:blipFill>
          <a:blip r:embed="rId2"/>
          <a:stretch>
            <a:fillRect/>
          </a:stretch>
        </p:blipFill>
        <p:spPr>
          <a:xfrm>
            <a:off x="5435029" y="489985"/>
            <a:ext cx="3732923" cy="2223655"/>
          </a:xfrm>
          <a:prstGeom prst="rect">
            <a:avLst/>
          </a:prstGeom>
        </p:spPr>
      </p:pic>
      <p:pic>
        <p:nvPicPr>
          <p:cNvPr id="6" name="Picture 5">
            <a:extLst>
              <a:ext uri="{FF2B5EF4-FFF2-40B4-BE49-F238E27FC236}">
                <a16:creationId xmlns:a16="http://schemas.microsoft.com/office/drawing/2014/main" id="{443E5AFC-6855-6057-061D-0AA96FE27FE6}"/>
              </a:ext>
            </a:extLst>
          </p:cNvPr>
          <p:cNvPicPr>
            <a:picLocks noChangeAspect="1"/>
          </p:cNvPicPr>
          <p:nvPr/>
        </p:nvPicPr>
        <p:blipFill>
          <a:blip r:embed="rId3"/>
          <a:stretch>
            <a:fillRect/>
          </a:stretch>
        </p:blipFill>
        <p:spPr>
          <a:xfrm>
            <a:off x="5481961" y="3137538"/>
            <a:ext cx="3507927" cy="1343212"/>
          </a:xfrm>
          <a:prstGeom prst="rect">
            <a:avLst/>
          </a:prstGeom>
        </p:spPr>
      </p:pic>
      <p:sp>
        <p:nvSpPr>
          <p:cNvPr id="8" name="TextBox 7">
            <a:extLst>
              <a:ext uri="{FF2B5EF4-FFF2-40B4-BE49-F238E27FC236}">
                <a16:creationId xmlns:a16="http://schemas.microsoft.com/office/drawing/2014/main" id="{4A95DDEF-DF34-BF0F-B753-4370FA853A36}"/>
              </a:ext>
            </a:extLst>
          </p:cNvPr>
          <p:cNvSpPr txBox="1"/>
          <p:nvPr/>
        </p:nvSpPr>
        <p:spPr>
          <a:xfrm>
            <a:off x="973476" y="3624478"/>
            <a:ext cx="6097712" cy="523220"/>
          </a:xfrm>
          <a:prstGeom prst="rect">
            <a:avLst/>
          </a:prstGeom>
          <a:noFill/>
        </p:spPr>
        <p:txBody>
          <a:bodyPr wrap="square">
            <a:spAutoFit/>
          </a:bodyPr>
          <a:lstStyle/>
          <a:p>
            <a:pPr marL="285750" indent="-285750">
              <a:buFont typeface="Arial" panose="020B0604020202020204" pitchFamily="34" charset="0"/>
              <a:buChar char="•"/>
            </a:pPr>
            <a:r>
              <a:rPr lang="en-IN" sz="2800" b="1" dirty="0"/>
              <a:t>Cost</a:t>
            </a:r>
            <a:r>
              <a:rPr lang="en-IN" sz="2800" b="1" dirty="0">
                <a:solidFill>
                  <a:srgbClr val="000000"/>
                </a:solidFill>
                <a:effectLst/>
              </a:rPr>
              <a:t> per </a:t>
            </a:r>
            <a:r>
              <a:rPr lang="en-IN" sz="2800" b="1" dirty="0"/>
              <a:t>Acquisition</a:t>
            </a:r>
          </a:p>
        </p:txBody>
      </p:sp>
    </p:spTree>
    <p:extLst>
      <p:ext uri="{BB962C8B-B14F-4D97-AF65-F5344CB8AC3E}">
        <p14:creationId xmlns:p14="http://schemas.microsoft.com/office/powerpoint/2010/main" val="1965096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BDB99-2E7D-7C4D-61EF-8EE960B2534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6AE1F0-7090-A8A9-AEA1-C4255C13413E}"/>
              </a:ext>
            </a:extLst>
          </p:cNvPr>
          <p:cNvSpPr>
            <a:spLocks noGrp="1"/>
          </p:cNvSpPr>
          <p:nvPr>
            <p:ph idx="1"/>
          </p:nvPr>
        </p:nvSpPr>
        <p:spPr>
          <a:xfrm>
            <a:off x="324492" y="181760"/>
            <a:ext cx="10515600" cy="1123058"/>
          </a:xfrm>
        </p:spPr>
        <p:txBody>
          <a:bodyPr>
            <a:normAutofit/>
          </a:bodyPr>
          <a:lstStyle/>
          <a:p>
            <a:pPr marL="0" indent="0">
              <a:buNone/>
            </a:pPr>
            <a:r>
              <a:rPr lang="en-IN" sz="3600" b="1" dirty="0">
                <a:effectLst>
                  <a:outerShdw blurRad="38100" dist="38100" dir="2700000" algn="tl">
                    <a:srgbClr val="000000">
                      <a:alpha val="43137"/>
                    </a:srgbClr>
                  </a:outerShdw>
                </a:effectLst>
                <a:latin typeface="Arial Black" panose="020B0A04020102020204" pitchFamily="34" charset="0"/>
              </a:rPr>
              <a:t>Solution of the business problem  </a:t>
            </a:r>
          </a:p>
        </p:txBody>
      </p:sp>
      <p:sp>
        <p:nvSpPr>
          <p:cNvPr id="5" name="TextBox 4">
            <a:extLst>
              <a:ext uri="{FF2B5EF4-FFF2-40B4-BE49-F238E27FC236}">
                <a16:creationId xmlns:a16="http://schemas.microsoft.com/office/drawing/2014/main" id="{90E2D998-5109-C072-15B0-B9B6038DD3E0}"/>
              </a:ext>
            </a:extLst>
          </p:cNvPr>
          <p:cNvSpPr txBox="1"/>
          <p:nvPr/>
        </p:nvSpPr>
        <p:spPr>
          <a:xfrm>
            <a:off x="856487" y="1598658"/>
            <a:ext cx="6530632" cy="2308324"/>
          </a:xfrm>
          <a:prstGeom prst="rect">
            <a:avLst/>
          </a:prstGeom>
          <a:noFill/>
        </p:spPr>
        <p:txBody>
          <a:bodyPr wrap="square" rtlCol="0">
            <a:spAutoFit/>
          </a:bodyPr>
          <a:lstStyle/>
          <a:p>
            <a:pPr marL="342900" indent="-342900">
              <a:buFont typeface="Arial" panose="020B0604020202020204" pitchFamily="34" charset="0"/>
              <a:buChar char="•"/>
            </a:pPr>
            <a:r>
              <a:rPr lang="en-IN" sz="2400" dirty="0"/>
              <a:t>ROI of email is positive, while all </a:t>
            </a:r>
            <a:r>
              <a:rPr lang="en-IN" sz="2400" dirty="0" err="1"/>
              <a:t>roi</a:t>
            </a:r>
            <a:r>
              <a:rPr lang="en-IN" sz="2400" dirty="0"/>
              <a:t> are negative, and the total spend on the email campaign is the least.</a:t>
            </a:r>
          </a:p>
          <a:p>
            <a:pPr marL="342900" indent="-342900">
              <a:buFont typeface="Arial" panose="020B0604020202020204" pitchFamily="34" charset="0"/>
              <a:buChar char="•"/>
            </a:pPr>
            <a:r>
              <a:rPr lang="en-IN" sz="2400" dirty="0"/>
              <a:t> To increase the total ROI, we need to increase the investment in the email campaign and also focus more on email</a:t>
            </a:r>
            <a:r>
              <a:rPr lang="en-IN" dirty="0"/>
              <a:t>.</a:t>
            </a:r>
          </a:p>
        </p:txBody>
      </p:sp>
      <p:pic>
        <p:nvPicPr>
          <p:cNvPr id="7" name="Picture 6">
            <a:extLst>
              <a:ext uri="{FF2B5EF4-FFF2-40B4-BE49-F238E27FC236}">
                <a16:creationId xmlns:a16="http://schemas.microsoft.com/office/drawing/2014/main" id="{44886316-51A6-3DA1-6738-2A6A6812564C}"/>
              </a:ext>
            </a:extLst>
          </p:cNvPr>
          <p:cNvPicPr>
            <a:picLocks noChangeAspect="1"/>
          </p:cNvPicPr>
          <p:nvPr/>
        </p:nvPicPr>
        <p:blipFill>
          <a:blip r:embed="rId2"/>
          <a:stretch>
            <a:fillRect/>
          </a:stretch>
        </p:blipFill>
        <p:spPr>
          <a:xfrm>
            <a:off x="7808360" y="1304817"/>
            <a:ext cx="2546584" cy="3472665"/>
          </a:xfrm>
          <a:prstGeom prst="rect">
            <a:avLst/>
          </a:prstGeom>
        </p:spPr>
      </p:pic>
    </p:spTree>
    <p:extLst>
      <p:ext uri="{BB962C8B-B14F-4D97-AF65-F5344CB8AC3E}">
        <p14:creationId xmlns:p14="http://schemas.microsoft.com/office/powerpoint/2010/main" val="3778771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5F2A8-0D79-4341-FE57-11C503C41AC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85C6D86-DD3A-6A22-6419-E91B7830C8C5}"/>
              </a:ext>
            </a:extLst>
          </p:cNvPr>
          <p:cNvSpPr txBox="1"/>
          <p:nvPr/>
        </p:nvSpPr>
        <p:spPr>
          <a:xfrm>
            <a:off x="493161" y="1910992"/>
            <a:ext cx="5715854" cy="3693319"/>
          </a:xfrm>
          <a:prstGeom prst="rect">
            <a:avLst/>
          </a:prstGeom>
          <a:noFill/>
        </p:spPr>
        <p:txBody>
          <a:bodyPr wrap="square" rtlCol="0">
            <a:spAutoFit/>
          </a:bodyPr>
          <a:lstStyle/>
          <a:p>
            <a:r>
              <a:rPr lang="en-US" sz="2400" dirty="0"/>
              <a:t>The number of conversions via email is highest   and the cost per acquisition for email is very less which is a good sign but for the influencer campaign, CPA is too high company need to reduce the spend on the influencer campaign to gain maximum leads company need to focus more on email and change the strategy for influencer and event campaigns.  </a:t>
            </a:r>
          </a:p>
          <a:p>
            <a:endParaRPr lang="en-IN" dirty="0"/>
          </a:p>
        </p:txBody>
      </p:sp>
      <p:pic>
        <p:nvPicPr>
          <p:cNvPr id="5" name="Picture 4">
            <a:extLst>
              <a:ext uri="{FF2B5EF4-FFF2-40B4-BE49-F238E27FC236}">
                <a16:creationId xmlns:a16="http://schemas.microsoft.com/office/drawing/2014/main" id="{3F15D873-D26E-1BCA-0AA2-5E0439454131}"/>
              </a:ext>
            </a:extLst>
          </p:cNvPr>
          <p:cNvPicPr>
            <a:picLocks noChangeAspect="1"/>
          </p:cNvPicPr>
          <p:nvPr/>
        </p:nvPicPr>
        <p:blipFill>
          <a:blip r:embed="rId2"/>
          <a:stretch>
            <a:fillRect/>
          </a:stretch>
        </p:blipFill>
        <p:spPr>
          <a:xfrm>
            <a:off x="6876835" y="1431693"/>
            <a:ext cx="3800475" cy="2638425"/>
          </a:xfrm>
          <a:prstGeom prst="rect">
            <a:avLst/>
          </a:prstGeom>
        </p:spPr>
      </p:pic>
    </p:spTree>
    <p:extLst>
      <p:ext uri="{BB962C8B-B14F-4D97-AF65-F5344CB8AC3E}">
        <p14:creationId xmlns:p14="http://schemas.microsoft.com/office/powerpoint/2010/main" val="3906199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3E6F6-EB8B-E7CD-2313-AA059B419A6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ECC3B40-7B73-B7B3-8CCF-AFAF11AC6B3B}"/>
              </a:ext>
            </a:extLst>
          </p:cNvPr>
          <p:cNvPicPr>
            <a:picLocks noChangeAspect="1"/>
          </p:cNvPicPr>
          <p:nvPr/>
        </p:nvPicPr>
        <p:blipFill>
          <a:blip r:embed="rId2"/>
          <a:stretch>
            <a:fillRect/>
          </a:stretch>
        </p:blipFill>
        <p:spPr>
          <a:xfrm>
            <a:off x="6600183" y="1559317"/>
            <a:ext cx="4824680" cy="3238714"/>
          </a:xfrm>
          <a:prstGeom prst="rect">
            <a:avLst/>
          </a:prstGeom>
        </p:spPr>
      </p:pic>
      <p:sp>
        <p:nvSpPr>
          <p:cNvPr id="6" name="TextBox 5">
            <a:extLst>
              <a:ext uri="{FF2B5EF4-FFF2-40B4-BE49-F238E27FC236}">
                <a16:creationId xmlns:a16="http://schemas.microsoft.com/office/drawing/2014/main" id="{BAEE7526-2A78-B8C5-B21F-025E95A0EBA0}"/>
              </a:ext>
            </a:extLst>
          </p:cNvPr>
          <p:cNvSpPr txBox="1"/>
          <p:nvPr/>
        </p:nvSpPr>
        <p:spPr>
          <a:xfrm>
            <a:off x="1335640" y="1222625"/>
            <a:ext cx="4256178" cy="4154984"/>
          </a:xfrm>
          <a:prstGeom prst="rect">
            <a:avLst/>
          </a:prstGeom>
          <a:noFill/>
        </p:spPr>
        <p:txBody>
          <a:bodyPr wrap="square" rtlCol="0">
            <a:spAutoFit/>
          </a:bodyPr>
          <a:lstStyle/>
          <a:p>
            <a:r>
              <a:rPr lang="en-IN" sz="2400" dirty="0"/>
              <a:t>Social media has very high leads, but people don’t buy the product, which decreases the ROI.</a:t>
            </a:r>
          </a:p>
          <a:p>
            <a:r>
              <a:rPr lang="en-IN" sz="2400" dirty="0"/>
              <a:t>TO increase the conversion rate company need to target a specific group of people for the skin care product for girls. We need to target the girls and also target the specific age group people . </a:t>
            </a:r>
          </a:p>
        </p:txBody>
      </p:sp>
    </p:spTree>
    <p:extLst>
      <p:ext uri="{BB962C8B-B14F-4D97-AF65-F5344CB8AC3E}">
        <p14:creationId xmlns:p14="http://schemas.microsoft.com/office/powerpoint/2010/main" val="2757859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6D871-1149-A732-881B-CB00DA0CA6D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586BE01-ACB1-FD75-EB4B-440BC52E7D69}"/>
              </a:ext>
            </a:extLst>
          </p:cNvPr>
          <p:cNvPicPr>
            <a:picLocks noChangeAspect="1"/>
          </p:cNvPicPr>
          <p:nvPr/>
        </p:nvPicPr>
        <p:blipFill>
          <a:blip r:embed="rId2"/>
          <a:stretch>
            <a:fillRect/>
          </a:stretch>
        </p:blipFill>
        <p:spPr>
          <a:xfrm>
            <a:off x="6095999" y="184934"/>
            <a:ext cx="5541329" cy="3390473"/>
          </a:xfrm>
          <a:prstGeom prst="rect">
            <a:avLst/>
          </a:prstGeom>
        </p:spPr>
      </p:pic>
      <p:sp>
        <p:nvSpPr>
          <p:cNvPr id="6" name="TextBox 5">
            <a:extLst>
              <a:ext uri="{FF2B5EF4-FFF2-40B4-BE49-F238E27FC236}">
                <a16:creationId xmlns:a16="http://schemas.microsoft.com/office/drawing/2014/main" id="{442B8E63-8FE5-5766-29EF-4DA4F2690536}"/>
              </a:ext>
            </a:extLst>
          </p:cNvPr>
          <p:cNvSpPr txBox="1"/>
          <p:nvPr/>
        </p:nvSpPr>
        <p:spPr>
          <a:xfrm>
            <a:off x="708915" y="659011"/>
            <a:ext cx="5137079" cy="5539978"/>
          </a:xfrm>
          <a:prstGeom prst="rect">
            <a:avLst/>
          </a:prstGeom>
          <a:noFill/>
        </p:spPr>
        <p:txBody>
          <a:bodyPr wrap="square" rtlCol="0">
            <a:spAutoFit/>
          </a:bodyPr>
          <a:lstStyle/>
          <a:p>
            <a:r>
              <a:rPr lang="en-IN" sz="2400" dirty="0"/>
              <a:t>Here in the table, when ROI is between -1.5 and 1.5% taken as neutral less the -1.5% as a negative response and greater then 1.5% taken as a positive.</a:t>
            </a:r>
          </a:p>
          <a:p>
            <a:r>
              <a:rPr lang="en-IN" sz="2400" dirty="0"/>
              <a:t>So campaign like email have maximum positive response, very few negative response on the other hand, influencer and event campaigns have maximum negative responses and fewer positive responses, which concludes that the company need the spend more on email campaigns and change the style of ads in event and influencer campaigns.</a:t>
            </a:r>
          </a:p>
          <a:p>
            <a:endParaRPr lang="en-IN" dirty="0"/>
          </a:p>
        </p:txBody>
      </p:sp>
      <p:pic>
        <p:nvPicPr>
          <p:cNvPr id="8" name="Picture 7">
            <a:extLst>
              <a:ext uri="{FF2B5EF4-FFF2-40B4-BE49-F238E27FC236}">
                <a16:creationId xmlns:a16="http://schemas.microsoft.com/office/drawing/2014/main" id="{991301D7-6D21-30E6-79A5-3A4C84447675}"/>
              </a:ext>
            </a:extLst>
          </p:cNvPr>
          <p:cNvPicPr>
            <a:picLocks noChangeAspect="1"/>
          </p:cNvPicPr>
          <p:nvPr/>
        </p:nvPicPr>
        <p:blipFill>
          <a:blip r:embed="rId3"/>
          <a:stretch>
            <a:fillRect/>
          </a:stretch>
        </p:blipFill>
        <p:spPr>
          <a:xfrm>
            <a:off x="7022268" y="3930811"/>
            <a:ext cx="3105583" cy="1790950"/>
          </a:xfrm>
          <a:prstGeom prst="rect">
            <a:avLst/>
          </a:prstGeom>
        </p:spPr>
      </p:pic>
    </p:spTree>
    <p:extLst>
      <p:ext uri="{BB962C8B-B14F-4D97-AF65-F5344CB8AC3E}">
        <p14:creationId xmlns:p14="http://schemas.microsoft.com/office/powerpoint/2010/main" val="456089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3C86E-BD24-9CA8-A663-4FBEAFE8012E}"/>
            </a:ext>
          </a:extLst>
        </p:cNvPr>
        <p:cNvGrpSpPr/>
        <p:nvPr/>
      </p:nvGrpSpPr>
      <p:grpSpPr>
        <a:xfrm>
          <a:off x="0" y="0"/>
          <a:ext cx="0" cy="0"/>
          <a:chOff x="0" y="0"/>
          <a:chExt cx="0" cy="0"/>
        </a:xfrm>
      </p:grpSpPr>
    </p:spTree>
    <p:extLst>
      <p:ext uri="{BB962C8B-B14F-4D97-AF65-F5344CB8AC3E}">
        <p14:creationId xmlns:p14="http://schemas.microsoft.com/office/powerpoint/2010/main" val="41420297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279</Words>
  <Application>Microsoft Office PowerPoint</Application>
  <PresentationFormat>Widescreen</PresentationFormat>
  <Paragraphs>13</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Agency FB</vt:lpstr>
      <vt:lpstr>Arial</vt:lpstr>
      <vt:lpstr>Arial Black</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Vaishali Yadav</dc:creator>
  <cp:lastModifiedBy>Vaishali Yadav</cp:lastModifiedBy>
  <cp:revision>2</cp:revision>
  <dcterms:created xsi:type="dcterms:W3CDTF">2026-02-24T17:16:08Z</dcterms:created>
  <dcterms:modified xsi:type="dcterms:W3CDTF">2026-02-26T06:13:29Z</dcterms:modified>
</cp:coreProperties>
</file>