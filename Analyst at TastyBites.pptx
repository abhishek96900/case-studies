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27CB4D-7B09-48C1-A503-93AA5BF308EF}" type="datetimeFigureOut">
              <a:rPr lang="en-IN" smtClean="0"/>
              <a:t>26-02-2026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E2045A-EB7A-47EC-B07F-5B7A3A757D28}" type="slidenum">
              <a:rPr lang="en-IN" smtClean="0"/>
              <a:t>‹#›</a:t>
            </a:fld>
            <a:endParaRPr lang="en-IN"/>
          </a:p>
        </p:txBody>
      </p:sp>
    </p:spTree>
    <p:extLst>
      <p:ext uri="{BB962C8B-B14F-4D97-AF65-F5344CB8AC3E}">
        <p14:creationId xmlns:p14="http://schemas.microsoft.com/office/powerpoint/2010/main" val="1623503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2E2045A-EB7A-47EC-B07F-5B7A3A757D28}" type="slidenum">
              <a:rPr lang="en-IN" smtClean="0"/>
              <a:t>6</a:t>
            </a:fld>
            <a:endParaRPr lang="en-IN"/>
          </a:p>
        </p:txBody>
      </p:sp>
    </p:spTree>
    <p:extLst>
      <p:ext uri="{BB962C8B-B14F-4D97-AF65-F5344CB8AC3E}">
        <p14:creationId xmlns:p14="http://schemas.microsoft.com/office/powerpoint/2010/main" val="4160894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8A2A8-6593-674C-53A6-CC74CF81EE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5E0ED8B-2FA0-5639-4B19-F46ADBE2EF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379B6E3-21C8-4902-BBCE-CDAB619B55C0}"/>
              </a:ext>
            </a:extLst>
          </p:cNvPr>
          <p:cNvSpPr>
            <a:spLocks noGrp="1"/>
          </p:cNvSpPr>
          <p:nvPr>
            <p:ph type="dt" sz="half" idx="10"/>
          </p:nvPr>
        </p:nvSpPr>
        <p:spPr/>
        <p:txBody>
          <a:bodyPr/>
          <a:lstStyle/>
          <a:p>
            <a:fld id="{2451ED5F-4CDE-4598-9E9E-A5F0DD4DDF8C}" type="datetimeFigureOut">
              <a:rPr lang="en-IN" smtClean="0"/>
              <a:t>26-02-2026</a:t>
            </a:fld>
            <a:endParaRPr lang="en-IN"/>
          </a:p>
        </p:txBody>
      </p:sp>
      <p:sp>
        <p:nvSpPr>
          <p:cNvPr id="5" name="Footer Placeholder 4">
            <a:extLst>
              <a:ext uri="{FF2B5EF4-FFF2-40B4-BE49-F238E27FC236}">
                <a16:creationId xmlns:a16="http://schemas.microsoft.com/office/drawing/2014/main" id="{A4E8D31F-2952-C10B-F4A8-A155C266CA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E4FB45-A3EC-3F0F-E50A-5B7B5B0107BC}"/>
              </a:ext>
            </a:extLst>
          </p:cNvPr>
          <p:cNvSpPr>
            <a:spLocks noGrp="1"/>
          </p:cNvSpPr>
          <p:nvPr>
            <p:ph type="sldNum" sz="quarter" idx="12"/>
          </p:nvPr>
        </p:nvSpPr>
        <p:spPr/>
        <p:txBody>
          <a:bodyPr/>
          <a:lstStyle/>
          <a:p>
            <a:fld id="{09539F1F-E449-4BEF-9CD2-90636AB56FEB}" type="slidenum">
              <a:rPr lang="en-IN" smtClean="0"/>
              <a:t>‹#›</a:t>
            </a:fld>
            <a:endParaRPr lang="en-IN"/>
          </a:p>
        </p:txBody>
      </p:sp>
    </p:spTree>
    <p:extLst>
      <p:ext uri="{BB962C8B-B14F-4D97-AF65-F5344CB8AC3E}">
        <p14:creationId xmlns:p14="http://schemas.microsoft.com/office/powerpoint/2010/main" val="2044010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93D89-2359-7913-F61B-98F2EC0DCE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E8FBD41-179C-C5F0-594E-4D21BF5443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3B21AD-8CC5-8054-7355-A0B491927F0B}"/>
              </a:ext>
            </a:extLst>
          </p:cNvPr>
          <p:cNvSpPr>
            <a:spLocks noGrp="1"/>
          </p:cNvSpPr>
          <p:nvPr>
            <p:ph type="dt" sz="half" idx="10"/>
          </p:nvPr>
        </p:nvSpPr>
        <p:spPr/>
        <p:txBody>
          <a:bodyPr/>
          <a:lstStyle/>
          <a:p>
            <a:fld id="{2451ED5F-4CDE-4598-9E9E-A5F0DD4DDF8C}" type="datetimeFigureOut">
              <a:rPr lang="en-IN" smtClean="0"/>
              <a:t>26-02-2026</a:t>
            </a:fld>
            <a:endParaRPr lang="en-IN"/>
          </a:p>
        </p:txBody>
      </p:sp>
      <p:sp>
        <p:nvSpPr>
          <p:cNvPr id="5" name="Footer Placeholder 4">
            <a:extLst>
              <a:ext uri="{FF2B5EF4-FFF2-40B4-BE49-F238E27FC236}">
                <a16:creationId xmlns:a16="http://schemas.microsoft.com/office/drawing/2014/main" id="{76C1AA50-8CA7-24F2-3BF7-5841054992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937493-FA20-9564-4193-445A15334AF7}"/>
              </a:ext>
            </a:extLst>
          </p:cNvPr>
          <p:cNvSpPr>
            <a:spLocks noGrp="1"/>
          </p:cNvSpPr>
          <p:nvPr>
            <p:ph type="sldNum" sz="quarter" idx="12"/>
          </p:nvPr>
        </p:nvSpPr>
        <p:spPr/>
        <p:txBody>
          <a:bodyPr/>
          <a:lstStyle/>
          <a:p>
            <a:fld id="{09539F1F-E449-4BEF-9CD2-90636AB56FEB}" type="slidenum">
              <a:rPr lang="en-IN" smtClean="0"/>
              <a:t>‹#›</a:t>
            </a:fld>
            <a:endParaRPr lang="en-IN"/>
          </a:p>
        </p:txBody>
      </p:sp>
    </p:spTree>
    <p:extLst>
      <p:ext uri="{BB962C8B-B14F-4D97-AF65-F5344CB8AC3E}">
        <p14:creationId xmlns:p14="http://schemas.microsoft.com/office/powerpoint/2010/main" val="4132727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0ED44-7E9A-BBB7-14E1-EB09FD20A7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051662D-180D-37E4-0323-361E8E4BC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BD0CC4-92F4-5EB3-E0E3-78B1158B3C15}"/>
              </a:ext>
            </a:extLst>
          </p:cNvPr>
          <p:cNvSpPr>
            <a:spLocks noGrp="1"/>
          </p:cNvSpPr>
          <p:nvPr>
            <p:ph type="dt" sz="half" idx="10"/>
          </p:nvPr>
        </p:nvSpPr>
        <p:spPr/>
        <p:txBody>
          <a:bodyPr/>
          <a:lstStyle/>
          <a:p>
            <a:fld id="{2451ED5F-4CDE-4598-9E9E-A5F0DD4DDF8C}" type="datetimeFigureOut">
              <a:rPr lang="en-IN" smtClean="0"/>
              <a:t>26-02-2026</a:t>
            </a:fld>
            <a:endParaRPr lang="en-IN"/>
          </a:p>
        </p:txBody>
      </p:sp>
      <p:sp>
        <p:nvSpPr>
          <p:cNvPr id="5" name="Footer Placeholder 4">
            <a:extLst>
              <a:ext uri="{FF2B5EF4-FFF2-40B4-BE49-F238E27FC236}">
                <a16:creationId xmlns:a16="http://schemas.microsoft.com/office/drawing/2014/main" id="{AABFF4B5-7583-448E-00A5-82E39E7FCF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6435D7-DECA-7B91-50BD-F6ED0E8A617E}"/>
              </a:ext>
            </a:extLst>
          </p:cNvPr>
          <p:cNvSpPr>
            <a:spLocks noGrp="1"/>
          </p:cNvSpPr>
          <p:nvPr>
            <p:ph type="sldNum" sz="quarter" idx="12"/>
          </p:nvPr>
        </p:nvSpPr>
        <p:spPr/>
        <p:txBody>
          <a:bodyPr/>
          <a:lstStyle/>
          <a:p>
            <a:fld id="{09539F1F-E449-4BEF-9CD2-90636AB56FEB}" type="slidenum">
              <a:rPr lang="en-IN" smtClean="0"/>
              <a:t>‹#›</a:t>
            </a:fld>
            <a:endParaRPr lang="en-IN"/>
          </a:p>
        </p:txBody>
      </p:sp>
    </p:spTree>
    <p:extLst>
      <p:ext uri="{BB962C8B-B14F-4D97-AF65-F5344CB8AC3E}">
        <p14:creationId xmlns:p14="http://schemas.microsoft.com/office/powerpoint/2010/main" val="3204521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CF1B2-1401-47A7-20E8-2C9C181419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6AF8C8-7142-F236-1ED6-E225EE5B5F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D3D6700-7F6A-9618-DFD0-AEB5D4F944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06C32E7-A02E-5F42-23E4-573C1798882F}"/>
              </a:ext>
            </a:extLst>
          </p:cNvPr>
          <p:cNvSpPr>
            <a:spLocks noGrp="1"/>
          </p:cNvSpPr>
          <p:nvPr>
            <p:ph type="dt" sz="half" idx="10"/>
          </p:nvPr>
        </p:nvSpPr>
        <p:spPr/>
        <p:txBody>
          <a:bodyPr/>
          <a:lstStyle/>
          <a:p>
            <a:fld id="{2451ED5F-4CDE-4598-9E9E-A5F0DD4DDF8C}" type="datetimeFigureOut">
              <a:rPr lang="en-IN" smtClean="0"/>
              <a:t>26-02-2026</a:t>
            </a:fld>
            <a:endParaRPr lang="en-IN"/>
          </a:p>
        </p:txBody>
      </p:sp>
      <p:sp>
        <p:nvSpPr>
          <p:cNvPr id="6" name="Footer Placeholder 5">
            <a:extLst>
              <a:ext uri="{FF2B5EF4-FFF2-40B4-BE49-F238E27FC236}">
                <a16:creationId xmlns:a16="http://schemas.microsoft.com/office/drawing/2014/main" id="{2A331775-0214-94AF-28C7-4CC6F726DC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41D05C-7F90-67F0-FF5B-A543AA063788}"/>
              </a:ext>
            </a:extLst>
          </p:cNvPr>
          <p:cNvSpPr>
            <a:spLocks noGrp="1"/>
          </p:cNvSpPr>
          <p:nvPr>
            <p:ph type="sldNum" sz="quarter" idx="12"/>
          </p:nvPr>
        </p:nvSpPr>
        <p:spPr/>
        <p:txBody>
          <a:bodyPr/>
          <a:lstStyle/>
          <a:p>
            <a:fld id="{09539F1F-E449-4BEF-9CD2-90636AB56FEB}" type="slidenum">
              <a:rPr lang="en-IN" smtClean="0"/>
              <a:t>‹#›</a:t>
            </a:fld>
            <a:endParaRPr lang="en-IN"/>
          </a:p>
        </p:txBody>
      </p:sp>
    </p:spTree>
    <p:extLst>
      <p:ext uri="{BB962C8B-B14F-4D97-AF65-F5344CB8AC3E}">
        <p14:creationId xmlns:p14="http://schemas.microsoft.com/office/powerpoint/2010/main" val="4141884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87839-1AB8-B1F1-D156-7D8D2AC33C1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1D297E-A552-294A-A1F9-83E5206230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EBCB61-3D19-26B9-B308-64B7F027B4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0066EAC-9C9B-2BD2-E69A-F00FDBCCCD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88054A-6528-9AE6-059C-DBE95375FA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7A35CEE-F64D-87F7-5DF0-CC094024B2CD}"/>
              </a:ext>
            </a:extLst>
          </p:cNvPr>
          <p:cNvSpPr>
            <a:spLocks noGrp="1"/>
          </p:cNvSpPr>
          <p:nvPr>
            <p:ph type="dt" sz="half" idx="10"/>
          </p:nvPr>
        </p:nvSpPr>
        <p:spPr/>
        <p:txBody>
          <a:bodyPr/>
          <a:lstStyle/>
          <a:p>
            <a:fld id="{2451ED5F-4CDE-4598-9E9E-A5F0DD4DDF8C}" type="datetimeFigureOut">
              <a:rPr lang="en-IN" smtClean="0"/>
              <a:t>26-02-2026</a:t>
            </a:fld>
            <a:endParaRPr lang="en-IN"/>
          </a:p>
        </p:txBody>
      </p:sp>
      <p:sp>
        <p:nvSpPr>
          <p:cNvPr id="8" name="Footer Placeholder 7">
            <a:extLst>
              <a:ext uri="{FF2B5EF4-FFF2-40B4-BE49-F238E27FC236}">
                <a16:creationId xmlns:a16="http://schemas.microsoft.com/office/drawing/2014/main" id="{3E1834F1-BA5D-2E48-5AE4-C7D77FFDF35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CCD4EAB-F884-E1AF-9A22-13775743CD90}"/>
              </a:ext>
            </a:extLst>
          </p:cNvPr>
          <p:cNvSpPr>
            <a:spLocks noGrp="1"/>
          </p:cNvSpPr>
          <p:nvPr>
            <p:ph type="sldNum" sz="quarter" idx="12"/>
          </p:nvPr>
        </p:nvSpPr>
        <p:spPr/>
        <p:txBody>
          <a:bodyPr/>
          <a:lstStyle/>
          <a:p>
            <a:fld id="{09539F1F-E449-4BEF-9CD2-90636AB56FEB}" type="slidenum">
              <a:rPr lang="en-IN" smtClean="0"/>
              <a:t>‹#›</a:t>
            </a:fld>
            <a:endParaRPr lang="en-IN"/>
          </a:p>
        </p:txBody>
      </p:sp>
    </p:spTree>
    <p:extLst>
      <p:ext uri="{BB962C8B-B14F-4D97-AF65-F5344CB8AC3E}">
        <p14:creationId xmlns:p14="http://schemas.microsoft.com/office/powerpoint/2010/main" val="2915259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ABDFD-6C9D-7B15-EF75-9C087562F5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8A1B8E-A5CB-729D-87A7-3406E2412BE3}"/>
              </a:ext>
            </a:extLst>
          </p:cNvPr>
          <p:cNvSpPr>
            <a:spLocks noGrp="1"/>
          </p:cNvSpPr>
          <p:nvPr>
            <p:ph type="dt" sz="half" idx="10"/>
          </p:nvPr>
        </p:nvSpPr>
        <p:spPr/>
        <p:txBody>
          <a:bodyPr/>
          <a:lstStyle/>
          <a:p>
            <a:fld id="{2451ED5F-4CDE-4598-9E9E-A5F0DD4DDF8C}" type="datetimeFigureOut">
              <a:rPr lang="en-IN" smtClean="0"/>
              <a:t>26-02-2026</a:t>
            </a:fld>
            <a:endParaRPr lang="en-IN"/>
          </a:p>
        </p:txBody>
      </p:sp>
      <p:sp>
        <p:nvSpPr>
          <p:cNvPr id="4" name="Footer Placeholder 3">
            <a:extLst>
              <a:ext uri="{FF2B5EF4-FFF2-40B4-BE49-F238E27FC236}">
                <a16:creationId xmlns:a16="http://schemas.microsoft.com/office/drawing/2014/main" id="{8D857FAE-EB08-E7E6-0570-5C841E8FF58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2AF98FA-9FF2-C40F-B5B1-6ED3DE690E9E}"/>
              </a:ext>
            </a:extLst>
          </p:cNvPr>
          <p:cNvSpPr>
            <a:spLocks noGrp="1"/>
          </p:cNvSpPr>
          <p:nvPr>
            <p:ph type="sldNum" sz="quarter" idx="12"/>
          </p:nvPr>
        </p:nvSpPr>
        <p:spPr/>
        <p:txBody>
          <a:bodyPr/>
          <a:lstStyle/>
          <a:p>
            <a:fld id="{09539F1F-E449-4BEF-9CD2-90636AB56FEB}" type="slidenum">
              <a:rPr lang="en-IN" smtClean="0"/>
              <a:t>‹#›</a:t>
            </a:fld>
            <a:endParaRPr lang="en-IN"/>
          </a:p>
        </p:txBody>
      </p:sp>
    </p:spTree>
    <p:extLst>
      <p:ext uri="{BB962C8B-B14F-4D97-AF65-F5344CB8AC3E}">
        <p14:creationId xmlns:p14="http://schemas.microsoft.com/office/powerpoint/2010/main" val="822072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59869D-2BF8-E718-966E-DA3F32F3A783}"/>
              </a:ext>
            </a:extLst>
          </p:cNvPr>
          <p:cNvSpPr>
            <a:spLocks noGrp="1"/>
          </p:cNvSpPr>
          <p:nvPr>
            <p:ph type="dt" sz="half" idx="10"/>
          </p:nvPr>
        </p:nvSpPr>
        <p:spPr/>
        <p:txBody>
          <a:bodyPr/>
          <a:lstStyle/>
          <a:p>
            <a:fld id="{2451ED5F-4CDE-4598-9E9E-A5F0DD4DDF8C}" type="datetimeFigureOut">
              <a:rPr lang="en-IN" smtClean="0"/>
              <a:t>26-02-2026</a:t>
            </a:fld>
            <a:endParaRPr lang="en-IN"/>
          </a:p>
        </p:txBody>
      </p:sp>
      <p:sp>
        <p:nvSpPr>
          <p:cNvPr id="3" name="Footer Placeholder 2">
            <a:extLst>
              <a:ext uri="{FF2B5EF4-FFF2-40B4-BE49-F238E27FC236}">
                <a16:creationId xmlns:a16="http://schemas.microsoft.com/office/drawing/2014/main" id="{1A1E7535-63AE-0CDE-A462-E0A616C8BF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34A1CBD-53F7-BF83-6158-8D645CCE94AF}"/>
              </a:ext>
            </a:extLst>
          </p:cNvPr>
          <p:cNvSpPr>
            <a:spLocks noGrp="1"/>
          </p:cNvSpPr>
          <p:nvPr>
            <p:ph type="sldNum" sz="quarter" idx="12"/>
          </p:nvPr>
        </p:nvSpPr>
        <p:spPr/>
        <p:txBody>
          <a:bodyPr/>
          <a:lstStyle/>
          <a:p>
            <a:fld id="{09539F1F-E449-4BEF-9CD2-90636AB56FEB}" type="slidenum">
              <a:rPr lang="en-IN" smtClean="0"/>
              <a:t>‹#›</a:t>
            </a:fld>
            <a:endParaRPr lang="en-IN"/>
          </a:p>
        </p:txBody>
      </p:sp>
    </p:spTree>
    <p:extLst>
      <p:ext uri="{BB962C8B-B14F-4D97-AF65-F5344CB8AC3E}">
        <p14:creationId xmlns:p14="http://schemas.microsoft.com/office/powerpoint/2010/main" val="354255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37468-2D15-1D31-94BC-FB1898A3AF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D54219E-1817-28EE-779B-6DF7A85688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BD57129-622D-9C20-24C7-30C2520C34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E7F083-C977-B8F1-A48B-EA01DFB21425}"/>
              </a:ext>
            </a:extLst>
          </p:cNvPr>
          <p:cNvSpPr>
            <a:spLocks noGrp="1"/>
          </p:cNvSpPr>
          <p:nvPr>
            <p:ph type="dt" sz="half" idx="10"/>
          </p:nvPr>
        </p:nvSpPr>
        <p:spPr/>
        <p:txBody>
          <a:bodyPr/>
          <a:lstStyle/>
          <a:p>
            <a:fld id="{2451ED5F-4CDE-4598-9E9E-A5F0DD4DDF8C}" type="datetimeFigureOut">
              <a:rPr lang="en-IN" smtClean="0"/>
              <a:t>26-02-2026</a:t>
            </a:fld>
            <a:endParaRPr lang="en-IN"/>
          </a:p>
        </p:txBody>
      </p:sp>
      <p:sp>
        <p:nvSpPr>
          <p:cNvPr id="6" name="Footer Placeholder 5">
            <a:extLst>
              <a:ext uri="{FF2B5EF4-FFF2-40B4-BE49-F238E27FC236}">
                <a16:creationId xmlns:a16="http://schemas.microsoft.com/office/drawing/2014/main" id="{697D3924-3144-9A82-471A-F159C50862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2FC2F4-9847-9F5B-B810-AD54D3DB5586}"/>
              </a:ext>
            </a:extLst>
          </p:cNvPr>
          <p:cNvSpPr>
            <a:spLocks noGrp="1"/>
          </p:cNvSpPr>
          <p:nvPr>
            <p:ph type="sldNum" sz="quarter" idx="12"/>
          </p:nvPr>
        </p:nvSpPr>
        <p:spPr/>
        <p:txBody>
          <a:bodyPr/>
          <a:lstStyle/>
          <a:p>
            <a:fld id="{09539F1F-E449-4BEF-9CD2-90636AB56FEB}" type="slidenum">
              <a:rPr lang="en-IN" smtClean="0"/>
              <a:t>‹#›</a:t>
            </a:fld>
            <a:endParaRPr lang="en-IN"/>
          </a:p>
        </p:txBody>
      </p:sp>
    </p:spTree>
    <p:extLst>
      <p:ext uri="{BB962C8B-B14F-4D97-AF65-F5344CB8AC3E}">
        <p14:creationId xmlns:p14="http://schemas.microsoft.com/office/powerpoint/2010/main" val="3976139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D84D0-6B3C-71C5-36C3-A9DF432668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829E622-325B-E06C-516F-28A04BA45D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47D0FCC-75F0-1747-758F-DE1C542360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614D5F-12A9-10E9-0A10-9F85E7F1728D}"/>
              </a:ext>
            </a:extLst>
          </p:cNvPr>
          <p:cNvSpPr>
            <a:spLocks noGrp="1"/>
          </p:cNvSpPr>
          <p:nvPr>
            <p:ph type="dt" sz="half" idx="10"/>
          </p:nvPr>
        </p:nvSpPr>
        <p:spPr/>
        <p:txBody>
          <a:bodyPr/>
          <a:lstStyle/>
          <a:p>
            <a:fld id="{2451ED5F-4CDE-4598-9E9E-A5F0DD4DDF8C}" type="datetimeFigureOut">
              <a:rPr lang="en-IN" smtClean="0"/>
              <a:t>26-02-2026</a:t>
            </a:fld>
            <a:endParaRPr lang="en-IN"/>
          </a:p>
        </p:txBody>
      </p:sp>
      <p:sp>
        <p:nvSpPr>
          <p:cNvPr id="6" name="Footer Placeholder 5">
            <a:extLst>
              <a:ext uri="{FF2B5EF4-FFF2-40B4-BE49-F238E27FC236}">
                <a16:creationId xmlns:a16="http://schemas.microsoft.com/office/drawing/2014/main" id="{466AAB6C-38F7-D3A1-D881-15A006EF56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1D1A75-3FDB-0CFB-1C55-FFAF2FBDF1AD}"/>
              </a:ext>
            </a:extLst>
          </p:cNvPr>
          <p:cNvSpPr>
            <a:spLocks noGrp="1"/>
          </p:cNvSpPr>
          <p:nvPr>
            <p:ph type="sldNum" sz="quarter" idx="12"/>
          </p:nvPr>
        </p:nvSpPr>
        <p:spPr/>
        <p:txBody>
          <a:bodyPr/>
          <a:lstStyle/>
          <a:p>
            <a:fld id="{09539F1F-E449-4BEF-9CD2-90636AB56FEB}" type="slidenum">
              <a:rPr lang="en-IN" smtClean="0"/>
              <a:t>‹#›</a:t>
            </a:fld>
            <a:endParaRPr lang="en-IN"/>
          </a:p>
        </p:txBody>
      </p:sp>
    </p:spTree>
    <p:extLst>
      <p:ext uri="{BB962C8B-B14F-4D97-AF65-F5344CB8AC3E}">
        <p14:creationId xmlns:p14="http://schemas.microsoft.com/office/powerpoint/2010/main" val="3235292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4A480-4CC1-492A-EF3F-5FF6A07A41B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4BFFED-61F3-9D05-7E54-F60307B9B8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CF8ED3-AD78-9A40-DB9F-8C77ED86F9FD}"/>
              </a:ext>
            </a:extLst>
          </p:cNvPr>
          <p:cNvSpPr>
            <a:spLocks noGrp="1"/>
          </p:cNvSpPr>
          <p:nvPr>
            <p:ph type="dt" sz="half" idx="10"/>
          </p:nvPr>
        </p:nvSpPr>
        <p:spPr/>
        <p:txBody>
          <a:bodyPr/>
          <a:lstStyle/>
          <a:p>
            <a:fld id="{2451ED5F-4CDE-4598-9E9E-A5F0DD4DDF8C}" type="datetimeFigureOut">
              <a:rPr lang="en-IN" smtClean="0"/>
              <a:t>26-02-2026</a:t>
            </a:fld>
            <a:endParaRPr lang="en-IN"/>
          </a:p>
        </p:txBody>
      </p:sp>
      <p:sp>
        <p:nvSpPr>
          <p:cNvPr id="5" name="Footer Placeholder 4">
            <a:extLst>
              <a:ext uri="{FF2B5EF4-FFF2-40B4-BE49-F238E27FC236}">
                <a16:creationId xmlns:a16="http://schemas.microsoft.com/office/drawing/2014/main" id="{2C1E732D-6CD8-E83B-E24B-75058842F9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78BD33-7FC0-68AB-DA67-9EDD40B8ADD5}"/>
              </a:ext>
            </a:extLst>
          </p:cNvPr>
          <p:cNvSpPr>
            <a:spLocks noGrp="1"/>
          </p:cNvSpPr>
          <p:nvPr>
            <p:ph type="sldNum" sz="quarter" idx="12"/>
          </p:nvPr>
        </p:nvSpPr>
        <p:spPr/>
        <p:txBody>
          <a:bodyPr/>
          <a:lstStyle/>
          <a:p>
            <a:fld id="{09539F1F-E449-4BEF-9CD2-90636AB56FEB}" type="slidenum">
              <a:rPr lang="en-IN" smtClean="0"/>
              <a:t>‹#›</a:t>
            </a:fld>
            <a:endParaRPr lang="en-IN"/>
          </a:p>
        </p:txBody>
      </p:sp>
    </p:spTree>
    <p:extLst>
      <p:ext uri="{BB962C8B-B14F-4D97-AF65-F5344CB8AC3E}">
        <p14:creationId xmlns:p14="http://schemas.microsoft.com/office/powerpoint/2010/main" val="309593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0EF3D8-AEEB-DBA6-3BDA-F8B84F0157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B5F51F-FF88-192A-BE31-4B6876CE1E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C2F744-23B8-817B-27C4-05FDD8666536}"/>
              </a:ext>
            </a:extLst>
          </p:cNvPr>
          <p:cNvSpPr>
            <a:spLocks noGrp="1"/>
          </p:cNvSpPr>
          <p:nvPr>
            <p:ph type="dt" sz="half" idx="10"/>
          </p:nvPr>
        </p:nvSpPr>
        <p:spPr/>
        <p:txBody>
          <a:bodyPr/>
          <a:lstStyle/>
          <a:p>
            <a:fld id="{2451ED5F-4CDE-4598-9E9E-A5F0DD4DDF8C}" type="datetimeFigureOut">
              <a:rPr lang="en-IN" smtClean="0"/>
              <a:t>26-02-2026</a:t>
            </a:fld>
            <a:endParaRPr lang="en-IN"/>
          </a:p>
        </p:txBody>
      </p:sp>
      <p:sp>
        <p:nvSpPr>
          <p:cNvPr id="5" name="Footer Placeholder 4">
            <a:extLst>
              <a:ext uri="{FF2B5EF4-FFF2-40B4-BE49-F238E27FC236}">
                <a16:creationId xmlns:a16="http://schemas.microsoft.com/office/drawing/2014/main" id="{1307D4B4-DDB5-9B77-C5E2-18A1A029A1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CBBBA0-E933-A9DA-C470-467EED3A9E63}"/>
              </a:ext>
            </a:extLst>
          </p:cNvPr>
          <p:cNvSpPr>
            <a:spLocks noGrp="1"/>
          </p:cNvSpPr>
          <p:nvPr>
            <p:ph type="sldNum" sz="quarter" idx="12"/>
          </p:nvPr>
        </p:nvSpPr>
        <p:spPr/>
        <p:txBody>
          <a:bodyPr/>
          <a:lstStyle/>
          <a:p>
            <a:fld id="{09539F1F-E449-4BEF-9CD2-90636AB56FEB}" type="slidenum">
              <a:rPr lang="en-IN" smtClean="0"/>
              <a:t>‹#›</a:t>
            </a:fld>
            <a:endParaRPr lang="en-IN"/>
          </a:p>
        </p:txBody>
      </p:sp>
    </p:spTree>
    <p:extLst>
      <p:ext uri="{BB962C8B-B14F-4D97-AF65-F5344CB8AC3E}">
        <p14:creationId xmlns:p14="http://schemas.microsoft.com/office/powerpoint/2010/main" val="2305173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295581-119E-C999-C7D8-34766CB9C3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00FFC3-5F59-A6DD-613B-0DA1CED898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E6FEC6-24DE-2316-EE2F-C2CFDBCFA2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51ED5F-4CDE-4598-9E9E-A5F0DD4DDF8C}" type="datetimeFigureOut">
              <a:rPr lang="en-IN" smtClean="0"/>
              <a:t>26-02-2026</a:t>
            </a:fld>
            <a:endParaRPr lang="en-IN"/>
          </a:p>
        </p:txBody>
      </p:sp>
      <p:sp>
        <p:nvSpPr>
          <p:cNvPr id="5" name="Footer Placeholder 4">
            <a:extLst>
              <a:ext uri="{FF2B5EF4-FFF2-40B4-BE49-F238E27FC236}">
                <a16:creationId xmlns:a16="http://schemas.microsoft.com/office/drawing/2014/main" id="{4B8CC3E9-E04E-2F4C-653D-6D20E52284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4006DF5-A370-0302-8017-A1B9E69D7E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539F1F-E449-4BEF-9CD2-90636AB56FEB}" type="slidenum">
              <a:rPr lang="en-IN" smtClean="0"/>
              <a:t>‹#›</a:t>
            </a:fld>
            <a:endParaRPr lang="en-IN"/>
          </a:p>
        </p:txBody>
      </p:sp>
    </p:spTree>
    <p:extLst>
      <p:ext uri="{BB962C8B-B14F-4D97-AF65-F5344CB8AC3E}">
        <p14:creationId xmlns:p14="http://schemas.microsoft.com/office/powerpoint/2010/main" val="2985986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DA441-97BD-E254-CE79-5D53F6579B41}"/>
              </a:ext>
            </a:extLst>
          </p:cNvPr>
          <p:cNvSpPr>
            <a:spLocks noGrp="1"/>
          </p:cNvSpPr>
          <p:nvPr>
            <p:ph type="ctrTitle"/>
          </p:nvPr>
        </p:nvSpPr>
        <p:spPr>
          <a:xfrm>
            <a:off x="1524000" y="440675"/>
            <a:ext cx="9144000" cy="2754217"/>
          </a:xfrm>
        </p:spPr>
        <p:txBody>
          <a:bodyPr>
            <a:noAutofit/>
          </a:bodyPr>
          <a:lstStyle/>
          <a:p>
            <a:r>
              <a:rPr lang="en-IN" sz="6600" dirty="0">
                <a:solidFill>
                  <a:schemeClr val="accent1">
                    <a:lumMod val="75000"/>
                  </a:schemeClr>
                </a:solidFill>
                <a:latin typeface="Algerian" panose="04020705040A02060702" pitchFamily="82" charset="0"/>
              </a:rPr>
              <a:t>Analyst at </a:t>
            </a:r>
            <a:r>
              <a:rPr lang="en-IN" b="1" dirty="0" err="1">
                <a:solidFill>
                  <a:schemeClr val="accent1">
                    <a:lumMod val="75000"/>
                  </a:schemeClr>
                </a:solidFill>
                <a:latin typeface="Algerian" panose="04020705040A02060702" pitchFamily="82" charset="0"/>
              </a:rPr>
              <a:t>TastyBites</a:t>
            </a:r>
            <a:br>
              <a:rPr lang="en-IN" dirty="0">
                <a:latin typeface="Algerian" panose="04020705040A02060702" pitchFamily="82" charset="0"/>
              </a:rPr>
            </a:br>
            <a:endParaRPr lang="en-IN" dirty="0">
              <a:latin typeface="Algerian" panose="04020705040A02060702" pitchFamily="82" charset="0"/>
            </a:endParaRPr>
          </a:p>
        </p:txBody>
      </p:sp>
      <p:pic>
        <p:nvPicPr>
          <p:cNvPr id="5" name="Picture 4">
            <a:extLst>
              <a:ext uri="{FF2B5EF4-FFF2-40B4-BE49-F238E27FC236}">
                <a16:creationId xmlns:a16="http://schemas.microsoft.com/office/drawing/2014/main" id="{BD20ACB4-48A4-E228-7331-EAD57465BF95}"/>
              </a:ext>
            </a:extLst>
          </p:cNvPr>
          <p:cNvPicPr>
            <a:picLocks noChangeAspect="1"/>
          </p:cNvPicPr>
          <p:nvPr/>
        </p:nvPicPr>
        <p:blipFill>
          <a:blip r:embed="rId2"/>
          <a:stretch>
            <a:fillRect/>
          </a:stretch>
        </p:blipFill>
        <p:spPr>
          <a:xfrm>
            <a:off x="6328881" y="3108879"/>
            <a:ext cx="5239822" cy="2490537"/>
          </a:xfrm>
          <a:prstGeom prst="rect">
            <a:avLst/>
          </a:prstGeom>
        </p:spPr>
      </p:pic>
      <p:pic>
        <p:nvPicPr>
          <p:cNvPr id="7" name="Picture 6">
            <a:extLst>
              <a:ext uri="{FF2B5EF4-FFF2-40B4-BE49-F238E27FC236}">
                <a16:creationId xmlns:a16="http://schemas.microsoft.com/office/drawing/2014/main" id="{477431EC-392E-4138-A007-946EAD517225}"/>
              </a:ext>
            </a:extLst>
          </p:cNvPr>
          <p:cNvPicPr>
            <a:picLocks noChangeAspect="1"/>
          </p:cNvPicPr>
          <p:nvPr/>
        </p:nvPicPr>
        <p:blipFill>
          <a:blip r:embed="rId3"/>
          <a:stretch>
            <a:fillRect/>
          </a:stretch>
        </p:blipFill>
        <p:spPr>
          <a:xfrm>
            <a:off x="1291119" y="3108879"/>
            <a:ext cx="4804881" cy="2490538"/>
          </a:xfrm>
          <a:prstGeom prst="rect">
            <a:avLst/>
          </a:prstGeom>
        </p:spPr>
      </p:pic>
    </p:spTree>
    <p:extLst>
      <p:ext uri="{BB962C8B-B14F-4D97-AF65-F5344CB8AC3E}">
        <p14:creationId xmlns:p14="http://schemas.microsoft.com/office/powerpoint/2010/main" val="3589116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E93CF-8E65-6647-82B2-CAE672850578}"/>
              </a:ext>
            </a:extLst>
          </p:cNvPr>
          <p:cNvSpPr>
            <a:spLocks noGrp="1"/>
          </p:cNvSpPr>
          <p:nvPr>
            <p:ph type="title"/>
          </p:nvPr>
        </p:nvSpPr>
        <p:spPr/>
        <p:txBody>
          <a:bodyPr/>
          <a:lstStyle/>
          <a:p>
            <a:r>
              <a:rPr lang="en-IN" b="1" dirty="0"/>
              <a:t>Revenue per Product</a:t>
            </a:r>
            <a:br>
              <a:rPr lang="en-IN" dirty="0"/>
            </a:br>
            <a:endParaRPr lang="en-IN" dirty="0"/>
          </a:p>
        </p:txBody>
      </p:sp>
      <p:pic>
        <p:nvPicPr>
          <p:cNvPr id="5" name="Content Placeholder 4">
            <a:extLst>
              <a:ext uri="{FF2B5EF4-FFF2-40B4-BE49-F238E27FC236}">
                <a16:creationId xmlns:a16="http://schemas.microsoft.com/office/drawing/2014/main" id="{F8BEE4FA-A7A4-DE7A-4186-A0413831FE1E}"/>
              </a:ext>
            </a:extLst>
          </p:cNvPr>
          <p:cNvPicPr>
            <a:picLocks noGrp="1" noChangeAspect="1"/>
          </p:cNvPicPr>
          <p:nvPr>
            <p:ph idx="1"/>
          </p:nvPr>
        </p:nvPicPr>
        <p:blipFill>
          <a:blip r:embed="rId2"/>
          <a:stretch>
            <a:fillRect/>
          </a:stretch>
        </p:blipFill>
        <p:spPr>
          <a:xfrm>
            <a:off x="1280465" y="1197183"/>
            <a:ext cx="4658375" cy="2505425"/>
          </a:xfrm>
          <a:prstGeom prst="rect">
            <a:avLst/>
          </a:prstGeom>
        </p:spPr>
      </p:pic>
      <p:sp>
        <p:nvSpPr>
          <p:cNvPr id="9" name="Title 1">
            <a:extLst>
              <a:ext uri="{FF2B5EF4-FFF2-40B4-BE49-F238E27FC236}">
                <a16:creationId xmlns:a16="http://schemas.microsoft.com/office/drawing/2014/main" id="{D59AE3EF-6A08-3733-DA44-9966CE03FBD9}"/>
              </a:ext>
            </a:extLst>
          </p:cNvPr>
          <p:cNvSpPr txBox="1">
            <a:spLocks/>
          </p:cNvSpPr>
          <p:nvPr/>
        </p:nvSpPr>
        <p:spPr>
          <a:xfrm>
            <a:off x="1083068" y="3544584"/>
            <a:ext cx="7382838" cy="18082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t>Profit Margin per Product</a:t>
            </a:r>
          </a:p>
          <a:p>
            <a:br>
              <a:rPr lang="en-IN" dirty="0"/>
            </a:br>
            <a:endParaRPr lang="en-IN" dirty="0"/>
          </a:p>
        </p:txBody>
      </p:sp>
      <p:pic>
        <p:nvPicPr>
          <p:cNvPr id="12" name="Picture 11">
            <a:extLst>
              <a:ext uri="{FF2B5EF4-FFF2-40B4-BE49-F238E27FC236}">
                <a16:creationId xmlns:a16="http://schemas.microsoft.com/office/drawing/2014/main" id="{4EB3E17D-10D2-E530-2943-6DE5D9083954}"/>
              </a:ext>
            </a:extLst>
          </p:cNvPr>
          <p:cNvPicPr>
            <a:picLocks noChangeAspect="1"/>
          </p:cNvPicPr>
          <p:nvPr/>
        </p:nvPicPr>
        <p:blipFill>
          <a:blip r:embed="rId3"/>
          <a:stretch>
            <a:fillRect/>
          </a:stretch>
        </p:blipFill>
        <p:spPr>
          <a:xfrm>
            <a:off x="1432886" y="4239897"/>
            <a:ext cx="4505954" cy="2467319"/>
          </a:xfrm>
          <a:prstGeom prst="rect">
            <a:avLst/>
          </a:prstGeom>
        </p:spPr>
      </p:pic>
    </p:spTree>
    <p:extLst>
      <p:ext uri="{BB962C8B-B14F-4D97-AF65-F5344CB8AC3E}">
        <p14:creationId xmlns:p14="http://schemas.microsoft.com/office/powerpoint/2010/main" val="1762320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F4A0D-9F84-877A-D8F8-381D3D08AD76}"/>
              </a:ext>
            </a:extLst>
          </p:cNvPr>
          <p:cNvSpPr>
            <a:spLocks noGrp="1"/>
          </p:cNvSpPr>
          <p:nvPr>
            <p:ph type="title"/>
          </p:nvPr>
        </p:nvSpPr>
        <p:spPr/>
        <p:txBody>
          <a:bodyPr/>
          <a:lstStyle/>
          <a:p>
            <a:r>
              <a:rPr lang="en-IN" b="1" dirty="0"/>
              <a:t>Units Sold</a:t>
            </a:r>
            <a:br>
              <a:rPr lang="en-IN" dirty="0"/>
            </a:br>
            <a:endParaRPr lang="en-IN" dirty="0"/>
          </a:p>
        </p:txBody>
      </p:sp>
      <p:pic>
        <p:nvPicPr>
          <p:cNvPr id="5" name="Picture 4">
            <a:extLst>
              <a:ext uri="{FF2B5EF4-FFF2-40B4-BE49-F238E27FC236}">
                <a16:creationId xmlns:a16="http://schemas.microsoft.com/office/drawing/2014/main" id="{3199C036-532B-C27E-89E0-B058922BA666}"/>
              </a:ext>
            </a:extLst>
          </p:cNvPr>
          <p:cNvPicPr>
            <a:picLocks noChangeAspect="1"/>
          </p:cNvPicPr>
          <p:nvPr/>
        </p:nvPicPr>
        <p:blipFill>
          <a:blip r:embed="rId2"/>
          <a:stretch>
            <a:fillRect/>
          </a:stretch>
        </p:blipFill>
        <p:spPr>
          <a:xfrm>
            <a:off x="982078" y="1027906"/>
            <a:ext cx="5563376" cy="2905530"/>
          </a:xfrm>
          <a:prstGeom prst="rect">
            <a:avLst/>
          </a:prstGeom>
        </p:spPr>
      </p:pic>
      <p:sp>
        <p:nvSpPr>
          <p:cNvPr id="7" name="TextBox 6">
            <a:extLst>
              <a:ext uri="{FF2B5EF4-FFF2-40B4-BE49-F238E27FC236}">
                <a16:creationId xmlns:a16="http://schemas.microsoft.com/office/drawing/2014/main" id="{392E48BD-2D95-6E24-E3BF-4061FFF6D789}"/>
              </a:ext>
            </a:extLst>
          </p:cNvPr>
          <p:cNvSpPr txBox="1"/>
          <p:nvPr/>
        </p:nvSpPr>
        <p:spPr>
          <a:xfrm>
            <a:off x="714910" y="3767812"/>
            <a:ext cx="6097712" cy="769441"/>
          </a:xfrm>
          <a:prstGeom prst="rect">
            <a:avLst/>
          </a:prstGeom>
          <a:noFill/>
        </p:spPr>
        <p:txBody>
          <a:bodyPr wrap="square">
            <a:spAutoFit/>
          </a:bodyPr>
          <a:lstStyle/>
          <a:p>
            <a:pPr>
              <a:buNone/>
            </a:pPr>
            <a:r>
              <a:rPr lang="en-IN" sz="4400" b="1" dirty="0">
                <a:solidFill>
                  <a:srgbClr val="000000"/>
                </a:solidFill>
                <a:effectLst/>
              </a:rPr>
              <a:t>Discount Impact</a:t>
            </a:r>
            <a:endParaRPr lang="en-IN" sz="4400" dirty="0"/>
          </a:p>
        </p:txBody>
      </p:sp>
      <p:pic>
        <p:nvPicPr>
          <p:cNvPr id="9" name="Picture 8">
            <a:extLst>
              <a:ext uri="{FF2B5EF4-FFF2-40B4-BE49-F238E27FC236}">
                <a16:creationId xmlns:a16="http://schemas.microsoft.com/office/drawing/2014/main" id="{B7FE6FD2-2B16-0ACB-3724-9CCD5A60D40D}"/>
              </a:ext>
            </a:extLst>
          </p:cNvPr>
          <p:cNvPicPr>
            <a:picLocks noChangeAspect="1"/>
          </p:cNvPicPr>
          <p:nvPr/>
        </p:nvPicPr>
        <p:blipFill>
          <a:blip r:embed="rId3"/>
          <a:stretch>
            <a:fillRect/>
          </a:stretch>
        </p:blipFill>
        <p:spPr>
          <a:xfrm>
            <a:off x="573301" y="4371628"/>
            <a:ext cx="5973009" cy="2486372"/>
          </a:xfrm>
          <a:prstGeom prst="rect">
            <a:avLst/>
          </a:prstGeom>
        </p:spPr>
      </p:pic>
    </p:spTree>
    <p:extLst>
      <p:ext uri="{BB962C8B-B14F-4D97-AF65-F5344CB8AC3E}">
        <p14:creationId xmlns:p14="http://schemas.microsoft.com/office/powerpoint/2010/main" val="2858728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466F2-9875-E51D-52E0-D319E06865E4}"/>
              </a:ext>
            </a:extLst>
          </p:cNvPr>
          <p:cNvSpPr>
            <a:spLocks noGrp="1"/>
          </p:cNvSpPr>
          <p:nvPr>
            <p:ph type="title"/>
          </p:nvPr>
        </p:nvSpPr>
        <p:spPr/>
        <p:txBody>
          <a:bodyPr/>
          <a:lstStyle/>
          <a:p>
            <a:r>
              <a:rPr lang="en-IN" b="1" dirty="0"/>
              <a:t>Contribution of each </a:t>
            </a:r>
            <a:r>
              <a:rPr lang="en-IN" b="1" dirty="0" err="1"/>
              <a:t>Iteam</a:t>
            </a:r>
            <a:r>
              <a:rPr lang="en-IN" b="1" dirty="0"/>
              <a:t> to Total Profit</a:t>
            </a:r>
            <a:br>
              <a:rPr lang="en-IN" dirty="0"/>
            </a:br>
            <a:endParaRPr lang="en-IN" dirty="0"/>
          </a:p>
        </p:txBody>
      </p:sp>
      <p:pic>
        <p:nvPicPr>
          <p:cNvPr id="5" name="Content Placeholder 4">
            <a:extLst>
              <a:ext uri="{FF2B5EF4-FFF2-40B4-BE49-F238E27FC236}">
                <a16:creationId xmlns:a16="http://schemas.microsoft.com/office/drawing/2014/main" id="{3D7A66D8-BCDC-77CE-3165-D88046800A91}"/>
              </a:ext>
            </a:extLst>
          </p:cNvPr>
          <p:cNvPicPr>
            <a:picLocks noGrp="1" noChangeAspect="1"/>
          </p:cNvPicPr>
          <p:nvPr>
            <p:ph idx="1"/>
          </p:nvPr>
        </p:nvPicPr>
        <p:blipFill>
          <a:blip r:embed="rId2"/>
          <a:stretch>
            <a:fillRect/>
          </a:stretch>
        </p:blipFill>
        <p:spPr>
          <a:xfrm>
            <a:off x="657546" y="1825624"/>
            <a:ext cx="11897474" cy="5032375"/>
          </a:xfrm>
          <a:prstGeom prst="rect">
            <a:avLst/>
          </a:prstGeom>
        </p:spPr>
      </p:pic>
    </p:spTree>
    <p:extLst>
      <p:ext uri="{BB962C8B-B14F-4D97-AF65-F5344CB8AC3E}">
        <p14:creationId xmlns:p14="http://schemas.microsoft.com/office/powerpoint/2010/main" val="2662781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3FB95-6893-EFB9-0A93-165604E06099}"/>
              </a:ext>
            </a:extLst>
          </p:cNvPr>
          <p:cNvSpPr>
            <a:spLocks noGrp="1"/>
          </p:cNvSpPr>
          <p:nvPr>
            <p:ph type="title"/>
          </p:nvPr>
        </p:nvSpPr>
        <p:spPr>
          <a:xfrm>
            <a:off x="838200" y="2692694"/>
            <a:ext cx="5661752" cy="1047964"/>
          </a:xfrm>
        </p:spPr>
        <p:txBody>
          <a:bodyPr/>
          <a:lstStyle/>
          <a:p>
            <a:r>
              <a:rPr lang="en-IN" b="1" dirty="0">
                <a:solidFill>
                  <a:schemeClr val="accent1">
                    <a:lumMod val="75000"/>
                  </a:schemeClr>
                </a:solidFill>
              </a:rPr>
              <a:t>Average Order Value</a:t>
            </a:r>
          </a:p>
        </p:txBody>
      </p:sp>
      <p:pic>
        <p:nvPicPr>
          <p:cNvPr id="5" name="Content Placeholder 4">
            <a:extLst>
              <a:ext uri="{FF2B5EF4-FFF2-40B4-BE49-F238E27FC236}">
                <a16:creationId xmlns:a16="http://schemas.microsoft.com/office/drawing/2014/main" id="{CEC87D30-7E64-140D-2B84-89CE595281C9}"/>
              </a:ext>
            </a:extLst>
          </p:cNvPr>
          <p:cNvPicPr>
            <a:picLocks noGrp="1" noChangeAspect="1"/>
          </p:cNvPicPr>
          <p:nvPr>
            <p:ph idx="1"/>
          </p:nvPr>
        </p:nvPicPr>
        <p:blipFill>
          <a:blip r:embed="rId2"/>
          <a:stretch>
            <a:fillRect/>
          </a:stretch>
        </p:blipFill>
        <p:spPr>
          <a:xfrm>
            <a:off x="6801455" y="1654098"/>
            <a:ext cx="2781688" cy="2848373"/>
          </a:xfrm>
          <a:prstGeom prst="rect">
            <a:avLst/>
          </a:prstGeom>
        </p:spPr>
      </p:pic>
    </p:spTree>
    <p:extLst>
      <p:ext uri="{BB962C8B-B14F-4D97-AF65-F5344CB8AC3E}">
        <p14:creationId xmlns:p14="http://schemas.microsoft.com/office/powerpoint/2010/main" val="18277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8343F-BD85-818B-6E44-87AE8B95D43F}"/>
              </a:ext>
            </a:extLst>
          </p:cNvPr>
          <p:cNvSpPr>
            <a:spLocks noGrp="1"/>
          </p:cNvSpPr>
          <p:nvPr>
            <p:ph type="title"/>
          </p:nvPr>
        </p:nvSpPr>
        <p:spPr/>
        <p:txBody>
          <a:bodyPr/>
          <a:lstStyle/>
          <a:p>
            <a:r>
              <a:rPr lang="en-IN" dirty="0"/>
              <a:t>Solution of business problem  </a:t>
            </a:r>
          </a:p>
        </p:txBody>
      </p:sp>
      <p:sp>
        <p:nvSpPr>
          <p:cNvPr id="3" name="Content Placeholder 2">
            <a:extLst>
              <a:ext uri="{FF2B5EF4-FFF2-40B4-BE49-F238E27FC236}">
                <a16:creationId xmlns:a16="http://schemas.microsoft.com/office/drawing/2014/main" id="{4A67BD6A-E4DB-3912-DBF7-D5937244EF29}"/>
              </a:ext>
            </a:extLst>
          </p:cNvPr>
          <p:cNvSpPr>
            <a:spLocks noGrp="1"/>
          </p:cNvSpPr>
          <p:nvPr>
            <p:ph idx="1"/>
          </p:nvPr>
        </p:nvSpPr>
        <p:spPr>
          <a:xfrm>
            <a:off x="748747" y="1507573"/>
            <a:ext cx="8271963" cy="4445966"/>
          </a:xfrm>
        </p:spPr>
        <p:txBody>
          <a:bodyPr>
            <a:normAutofit fontScale="92500" lnSpcReduction="20000"/>
          </a:bodyPr>
          <a:lstStyle/>
          <a:p>
            <a:r>
              <a:rPr lang="en-IN" dirty="0"/>
              <a:t>Discount play’s very important role in business, as we can see in data, when there is discount between 5-10%, there is a maximum number of order but this also decreases the profit. On the other hand discount of 25-30 doesn’t increase the sales, so we should remove the discount of more then 20 %.</a:t>
            </a:r>
          </a:p>
          <a:p>
            <a:r>
              <a:rPr lang="en-IN" dirty="0"/>
              <a:t>In the data, we can clearly see that the meal categories have the maximum number of orders and give the company maximum profit, so we do not need to increase the discount on meal category items</a:t>
            </a:r>
          </a:p>
          <a:p>
            <a:r>
              <a:rPr lang="en-IN" dirty="0"/>
              <a:t>We have very few sales of snack items, there is a requirement to increase sales by giving more discount.</a:t>
            </a:r>
          </a:p>
          <a:p>
            <a:pPr marL="0" indent="0">
              <a:buNone/>
            </a:pPr>
            <a:r>
              <a:rPr lang="en-IN" dirty="0"/>
              <a:t> </a:t>
            </a:r>
          </a:p>
        </p:txBody>
      </p:sp>
      <p:pic>
        <p:nvPicPr>
          <p:cNvPr id="7" name="Picture 6">
            <a:extLst>
              <a:ext uri="{FF2B5EF4-FFF2-40B4-BE49-F238E27FC236}">
                <a16:creationId xmlns:a16="http://schemas.microsoft.com/office/drawing/2014/main" id="{AEC07968-01FC-6196-C229-E75390C94A86}"/>
              </a:ext>
            </a:extLst>
          </p:cNvPr>
          <p:cNvPicPr>
            <a:picLocks noChangeAspect="1"/>
          </p:cNvPicPr>
          <p:nvPr/>
        </p:nvPicPr>
        <p:blipFill>
          <a:blip r:embed="rId3"/>
          <a:stretch>
            <a:fillRect/>
          </a:stretch>
        </p:blipFill>
        <p:spPr>
          <a:xfrm>
            <a:off x="8921057" y="1488162"/>
            <a:ext cx="3270943" cy="2333951"/>
          </a:xfrm>
          <a:prstGeom prst="rect">
            <a:avLst/>
          </a:prstGeom>
        </p:spPr>
      </p:pic>
      <p:pic>
        <p:nvPicPr>
          <p:cNvPr id="9" name="Picture 8">
            <a:extLst>
              <a:ext uri="{FF2B5EF4-FFF2-40B4-BE49-F238E27FC236}">
                <a16:creationId xmlns:a16="http://schemas.microsoft.com/office/drawing/2014/main" id="{17B2746F-44AF-A8DA-978D-A7DFE5673624}"/>
              </a:ext>
            </a:extLst>
          </p:cNvPr>
          <p:cNvPicPr>
            <a:picLocks noChangeAspect="1"/>
          </p:cNvPicPr>
          <p:nvPr/>
        </p:nvPicPr>
        <p:blipFill>
          <a:blip r:embed="rId4"/>
          <a:stretch>
            <a:fillRect/>
          </a:stretch>
        </p:blipFill>
        <p:spPr>
          <a:xfrm>
            <a:off x="8921057" y="4737516"/>
            <a:ext cx="3466152" cy="1997802"/>
          </a:xfrm>
          <a:prstGeom prst="rect">
            <a:avLst/>
          </a:prstGeom>
        </p:spPr>
      </p:pic>
    </p:spTree>
    <p:extLst>
      <p:ext uri="{BB962C8B-B14F-4D97-AF65-F5344CB8AC3E}">
        <p14:creationId xmlns:p14="http://schemas.microsoft.com/office/powerpoint/2010/main" val="856569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69B76B-BE94-8A5E-CE1D-76153DFCBC59}"/>
              </a:ext>
            </a:extLst>
          </p:cNvPr>
          <p:cNvSpPr>
            <a:spLocks noGrp="1"/>
          </p:cNvSpPr>
          <p:nvPr>
            <p:ph idx="1"/>
          </p:nvPr>
        </p:nvSpPr>
        <p:spPr>
          <a:xfrm>
            <a:off x="1076739" y="3328827"/>
            <a:ext cx="10356574" cy="2848136"/>
          </a:xfrm>
        </p:spPr>
        <p:txBody>
          <a:bodyPr/>
          <a:lstStyle/>
          <a:p>
            <a:r>
              <a:rPr lang="en-IN" dirty="0"/>
              <a:t>In the graph, Masala chai item has very high sale but it gives very low profit to the company, so there is a need to increase the price of chai and remove the discount on this item.</a:t>
            </a:r>
          </a:p>
          <a:p>
            <a:r>
              <a:rPr lang="en-IN" dirty="0"/>
              <a:t>Items like Pizza and biryani give high profit and good sale, if we want to increase the revenue of the company, we can give some discount to such items and increase sales. </a:t>
            </a:r>
          </a:p>
        </p:txBody>
      </p:sp>
      <p:pic>
        <p:nvPicPr>
          <p:cNvPr id="5" name="Picture 4">
            <a:extLst>
              <a:ext uri="{FF2B5EF4-FFF2-40B4-BE49-F238E27FC236}">
                <a16:creationId xmlns:a16="http://schemas.microsoft.com/office/drawing/2014/main" id="{D2A49459-A804-64CA-C2CE-54DC03E9C7FB}"/>
              </a:ext>
            </a:extLst>
          </p:cNvPr>
          <p:cNvPicPr>
            <a:picLocks noChangeAspect="1"/>
          </p:cNvPicPr>
          <p:nvPr/>
        </p:nvPicPr>
        <p:blipFill>
          <a:blip r:embed="rId2"/>
          <a:stretch>
            <a:fillRect/>
          </a:stretch>
        </p:blipFill>
        <p:spPr>
          <a:xfrm>
            <a:off x="414280" y="154112"/>
            <a:ext cx="10356574" cy="3034016"/>
          </a:xfrm>
          <a:prstGeom prst="rect">
            <a:avLst/>
          </a:prstGeom>
        </p:spPr>
      </p:pic>
    </p:spTree>
    <p:extLst>
      <p:ext uri="{BB962C8B-B14F-4D97-AF65-F5344CB8AC3E}">
        <p14:creationId xmlns:p14="http://schemas.microsoft.com/office/powerpoint/2010/main" val="3252001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8AB35B-0E6B-4C93-AD13-DFC8DDFF5C06}"/>
              </a:ext>
            </a:extLst>
          </p:cNvPr>
          <p:cNvSpPr>
            <a:spLocks noGrp="1"/>
          </p:cNvSpPr>
          <p:nvPr>
            <p:ph idx="1"/>
          </p:nvPr>
        </p:nvSpPr>
        <p:spPr>
          <a:xfrm>
            <a:off x="838200" y="1410159"/>
            <a:ext cx="10515600" cy="2324559"/>
          </a:xfrm>
        </p:spPr>
        <p:txBody>
          <a:bodyPr/>
          <a:lstStyle/>
          <a:p>
            <a:r>
              <a:rPr lang="en-US" dirty="0"/>
              <a:t> Items like paneer roll and veggie burger give high profit but have very low sales. We should do a promotion to increase the demand, which will result in an increase in profit.</a:t>
            </a:r>
            <a:endParaRPr lang="en-IN" dirty="0"/>
          </a:p>
        </p:txBody>
      </p:sp>
    </p:spTree>
    <p:extLst>
      <p:ext uri="{BB962C8B-B14F-4D97-AF65-F5344CB8AC3E}">
        <p14:creationId xmlns:p14="http://schemas.microsoft.com/office/powerpoint/2010/main" val="28606437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1184</TotalTime>
  <Words>264</Words>
  <Application>Microsoft Office PowerPoint</Application>
  <PresentationFormat>Widescreen</PresentationFormat>
  <Paragraphs>17</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Algerian</vt:lpstr>
      <vt:lpstr>Arial</vt:lpstr>
      <vt:lpstr>Calibri</vt:lpstr>
      <vt:lpstr>Calibri Light</vt:lpstr>
      <vt:lpstr>Office Theme</vt:lpstr>
      <vt:lpstr>Analyst at TastyBites </vt:lpstr>
      <vt:lpstr>Revenue per Product </vt:lpstr>
      <vt:lpstr>Units Sold </vt:lpstr>
      <vt:lpstr>Contribution of each Iteam to Total Profit </vt:lpstr>
      <vt:lpstr>Average Order Value</vt:lpstr>
      <vt:lpstr>Solution of business problem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Vaishali Yadav</dc:creator>
  <cp:lastModifiedBy>Vaishali Yadav</cp:lastModifiedBy>
  <cp:revision>4</cp:revision>
  <dcterms:created xsi:type="dcterms:W3CDTF">2026-02-24T03:08:49Z</dcterms:created>
  <dcterms:modified xsi:type="dcterms:W3CDTF">2026-02-27T05:07:19Z</dcterms:modified>
</cp:coreProperties>
</file>